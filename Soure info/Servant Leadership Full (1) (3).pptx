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sldIdLst>
    <p:sldId id="284" r:id="rId5"/>
    <p:sldId id="282" r:id="rId6"/>
    <p:sldId id="279" r:id="rId7"/>
    <p:sldId id="276" r:id="rId8"/>
    <p:sldId id="277" r:id="rId9"/>
    <p:sldId id="278" r:id="rId10"/>
    <p:sldId id="280" r:id="rId11"/>
    <p:sldId id="281" r:id="rId12"/>
    <p:sldId id="275" r:id="rId13"/>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C9C80E-189F-4498-87A7-86AEB73E8231}" v="1" dt="2026-03-24T15:26:05.4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ladin Veronika" userId="7ae6c5af-f9c2-4cc1-b3d8-600997ad60bc" providerId="ADAL" clId="{1326C5AF-A1BB-40AC-8D7A-8058B51F9A38}"/>
    <pc:docChg chg="modSld">
      <pc:chgData name="Sladin Veronika" userId="7ae6c5af-f9c2-4cc1-b3d8-600997ad60bc" providerId="ADAL" clId="{1326C5AF-A1BB-40AC-8D7A-8058B51F9A38}" dt="2026-03-24T15:26:05.464" v="78" actId="20577"/>
      <pc:docMkLst>
        <pc:docMk/>
      </pc:docMkLst>
      <pc:sldChg chg="modSp mod">
        <pc:chgData name="Sladin Veronika" userId="7ae6c5af-f9c2-4cc1-b3d8-600997ad60bc" providerId="ADAL" clId="{1326C5AF-A1BB-40AC-8D7A-8058B51F9A38}" dt="2026-03-20T16:05:05.018" v="74" actId="20577"/>
        <pc:sldMkLst>
          <pc:docMk/>
          <pc:sldMk cId="973348501" sldId="275"/>
        </pc:sldMkLst>
        <pc:spChg chg="mod">
          <ac:chgData name="Sladin Veronika" userId="7ae6c5af-f9c2-4cc1-b3d8-600997ad60bc" providerId="ADAL" clId="{1326C5AF-A1BB-40AC-8D7A-8058B51F9A38}" dt="2026-03-20T16:05:05.018" v="74" actId="20577"/>
          <ac:spMkLst>
            <pc:docMk/>
            <pc:sldMk cId="973348501" sldId="275"/>
            <ac:spMk id="2" creationId="{DFA2F968-1CEF-4F51-7795-583047178599}"/>
          </ac:spMkLst>
        </pc:spChg>
      </pc:sldChg>
      <pc:sldChg chg="modSp mod">
        <pc:chgData name="Sladin Veronika" userId="7ae6c5af-f9c2-4cc1-b3d8-600997ad60bc" providerId="ADAL" clId="{1326C5AF-A1BB-40AC-8D7A-8058B51F9A38}" dt="2026-03-20T15:53:52.714" v="20"/>
        <pc:sldMkLst>
          <pc:docMk/>
          <pc:sldMk cId="3725080478" sldId="276"/>
        </pc:sldMkLst>
        <pc:spChg chg="mod">
          <ac:chgData name="Sladin Veronika" userId="7ae6c5af-f9c2-4cc1-b3d8-600997ad60bc" providerId="ADAL" clId="{1326C5AF-A1BB-40AC-8D7A-8058B51F9A38}" dt="2026-03-20T15:53:52.714" v="20"/>
          <ac:spMkLst>
            <pc:docMk/>
            <pc:sldMk cId="3725080478" sldId="276"/>
            <ac:spMk id="6" creationId="{F5476C49-5E94-8420-AE4C-EE207B64B50F}"/>
          </ac:spMkLst>
        </pc:spChg>
      </pc:sldChg>
      <pc:sldChg chg="modSp mod">
        <pc:chgData name="Sladin Veronika" userId="7ae6c5af-f9c2-4cc1-b3d8-600997ad60bc" providerId="ADAL" clId="{1326C5AF-A1BB-40AC-8D7A-8058B51F9A38}" dt="2026-03-20T15:55:16.059" v="29" actId="20577"/>
        <pc:sldMkLst>
          <pc:docMk/>
          <pc:sldMk cId="231485848" sldId="277"/>
        </pc:sldMkLst>
        <pc:spChg chg="mod">
          <ac:chgData name="Sladin Veronika" userId="7ae6c5af-f9c2-4cc1-b3d8-600997ad60bc" providerId="ADAL" clId="{1326C5AF-A1BB-40AC-8D7A-8058B51F9A38}" dt="2026-03-20T15:55:16.059" v="29" actId="20577"/>
          <ac:spMkLst>
            <pc:docMk/>
            <pc:sldMk cId="231485848" sldId="277"/>
            <ac:spMk id="7" creationId="{66F87315-DAA8-89B2-E2E5-C8ECA1025FBF}"/>
          </ac:spMkLst>
        </pc:spChg>
      </pc:sldChg>
      <pc:sldChg chg="modSp mod">
        <pc:chgData name="Sladin Veronika" userId="7ae6c5af-f9c2-4cc1-b3d8-600997ad60bc" providerId="ADAL" clId="{1326C5AF-A1BB-40AC-8D7A-8058B51F9A38}" dt="2026-03-24T15:26:05.464" v="78" actId="20577"/>
        <pc:sldMkLst>
          <pc:docMk/>
          <pc:sldMk cId="874527937" sldId="278"/>
        </pc:sldMkLst>
        <pc:spChg chg="mod">
          <ac:chgData name="Sladin Veronika" userId="7ae6c5af-f9c2-4cc1-b3d8-600997ad60bc" providerId="ADAL" clId="{1326C5AF-A1BB-40AC-8D7A-8058B51F9A38}" dt="2026-03-24T15:26:05.464" v="78" actId="20577"/>
          <ac:spMkLst>
            <pc:docMk/>
            <pc:sldMk cId="874527937" sldId="278"/>
            <ac:spMk id="7" creationId="{2DF5F5D1-099B-A771-FBE7-2BA932AE469B}"/>
          </ac:spMkLst>
        </pc:spChg>
      </pc:sldChg>
      <pc:sldChg chg="modSp mod">
        <pc:chgData name="Sladin Veronika" userId="7ae6c5af-f9c2-4cc1-b3d8-600997ad60bc" providerId="ADAL" clId="{1326C5AF-A1BB-40AC-8D7A-8058B51F9A38}" dt="2026-03-20T15:51:51.048" v="11" actId="20577"/>
        <pc:sldMkLst>
          <pc:docMk/>
          <pc:sldMk cId="2541727582" sldId="279"/>
        </pc:sldMkLst>
        <pc:spChg chg="mod">
          <ac:chgData name="Sladin Veronika" userId="7ae6c5af-f9c2-4cc1-b3d8-600997ad60bc" providerId="ADAL" clId="{1326C5AF-A1BB-40AC-8D7A-8058B51F9A38}" dt="2026-03-20T15:51:51.048" v="11" actId="20577"/>
          <ac:spMkLst>
            <pc:docMk/>
            <pc:sldMk cId="2541727582" sldId="279"/>
            <ac:spMk id="7" creationId="{2F63DA50-A023-C773-CDB1-DAD5FF354134}"/>
          </ac:spMkLst>
        </pc:spChg>
      </pc:sldChg>
      <pc:sldChg chg="modSp mod">
        <pc:chgData name="Sladin Veronika" userId="7ae6c5af-f9c2-4cc1-b3d8-600997ad60bc" providerId="ADAL" clId="{1326C5AF-A1BB-40AC-8D7A-8058B51F9A38}" dt="2026-03-20T15:59:34.039" v="52" actId="20577"/>
        <pc:sldMkLst>
          <pc:docMk/>
          <pc:sldMk cId="75149440" sldId="280"/>
        </pc:sldMkLst>
        <pc:spChg chg="mod">
          <ac:chgData name="Sladin Veronika" userId="7ae6c5af-f9c2-4cc1-b3d8-600997ad60bc" providerId="ADAL" clId="{1326C5AF-A1BB-40AC-8D7A-8058B51F9A38}" dt="2026-03-20T15:59:34.039" v="52" actId="20577"/>
          <ac:spMkLst>
            <pc:docMk/>
            <pc:sldMk cId="75149440" sldId="280"/>
            <ac:spMk id="7" creationId="{033D578F-7B4B-1A2C-D135-9B01BB3BDEC7}"/>
          </ac:spMkLst>
        </pc:spChg>
      </pc:sldChg>
      <pc:sldChg chg="modSp mod">
        <pc:chgData name="Sladin Veronika" userId="7ae6c5af-f9c2-4cc1-b3d8-600997ad60bc" providerId="ADAL" clId="{1326C5AF-A1BB-40AC-8D7A-8058B51F9A38}" dt="2026-03-20T16:03:35.407" v="64" actId="20577"/>
        <pc:sldMkLst>
          <pc:docMk/>
          <pc:sldMk cId="3063042863" sldId="281"/>
        </pc:sldMkLst>
        <pc:spChg chg="mod">
          <ac:chgData name="Sladin Veronika" userId="7ae6c5af-f9c2-4cc1-b3d8-600997ad60bc" providerId="ADAL" clId="{1326C5AF-A1BB-40AC-8D7A-8058B51F9A38}" dt="2026-03-20T16:03:35.407" v="64" actId="20577"/>
          <ac:spMkLst>
            <pc:docMk/>
            <pc:sldMk cId="3063042863" sldId="281"/>
            <ac:spMk id="7" creationId="{A169CC02-CDC2-2FC4-9E2C-CD7DD482B7BD}"/>
          </ac:spMkLst>
        </pc:spChg>
      </pc:sldChg>
      <pc:sldChg chg="modSp mod">
        <pc:chgData name="Sladin Veronika" userId="7ae6c5af-f9c2-4cc1-b3d8-600997ad60bc" providerId="ADAL" clId="{1326C5AF-A1BB-40AC-8D7A-8058B51F9A38}" dt="2026-03-20T16:05:39.114" v="77" actId="20577"/>
        <pc:sldMkLst>
          <pc:docMk/>
          <pc:sldMk cId="312097063" sldId="282"/>
        </pc:sldMkLst>
        <pc:spChg chg="mod">
          <ac:chgData name="Sladin Veronika" userId="7ae6c5af-f9c2-4cc1-b3d8-600997ad60bc" providerId="ADAL" clId="{1326C5AF-A1BB-40AC-8D7A-8058B51F9A38}" dt="2026-03-20T16:05:39.114" v="77" actId="20577"/>
          <ac:spMkLst>
            <pc:docMk/>
            <pc:sldMk cId="312097063" sldId="282"/>
            <ac:spMk id="7" creationId="{40EB3EFD-485C-1B02-FAC9-BE6636753374}"/>
          </ac:spMkLst>
        </pc:spChg>
      </pc:sldChg>
    </pc:docChg>
  </pc:docChgLst>
  <pc:docChgLst>
    <pc:chgData name="Kjellberg Marie" userId="S::marie.kjellberg@scania.com::50799b42-1fb4-4e25-ad2f-5fa29ad1d44b" providerId="AD" clId="Web-{54BFAEBE-A9B6-4AE7-8D54-B7815CB761AE}"/>
    <pc:docChg chg="modSld">
      <pc:chgData name="Kjellberg Marie" userId="S::marie.kjellberg@scania.com::50799b42-1fb4-4e25-ad2f-5fa29ad1d44b" providerId="AD" clId="Web-{54BFAEBE-A9B6-4AE7-8D54-B7815CB761AE}" dt="2026-03-23T14:27:58.640" v="106" actId="20577"/>
      <pc:docMkLst>
        <pc:docMk/>
      </pc:docMkLst>
      <pc:sldChg chg="modSp">
        <pc:chgData name="Kjellberg Marie" userId="S::marie.kjellberg@scania.com::50799b42-1fb4-4e25-ad2f-5fa29ad1d44b" providerId="AD" clId="Web-{54BFAEBE-A9B6-4AE7-8D54-B7815CB761AE}" dt="2026-03-23T14:27:58.640" v="106" actId="20577"/>
        <pc:sldMkLst>
          <pc:docMk/>
          <pc:sldMk cId="973348501" sldId="275"/>
        </pc:sldMkLst>
        <pc:spChg chg="mod">
          <ac:chgData name="Kjellberg Marie" userId="S::marie.kjellberg@scania.com::50799b42-1fb4-4e25-ad2f-5fa29ad1d44b" providerId="AD" clId="Web-{54BFAEBE-A9B6-4AE7-8D54-B7815CB761AE}" dt="2026-03-23T14:27:58.640" v="106" actId="20577"/>
          <ac:spMkLst>
            <pc:docMk/>
            <pc:sldMk cId="973348501" sldId="275"/>
            <ac:spMk id="2" creationId="{DFA2F968-1CEF-4F51-7795-583047178599}"/>
          </ac:spMkLst>
        </pc:spChg>
      </pc:sldChg>
      <pc:sldChg chg="modSp">
        <pc:chgData name="Kjellberg Marie" userId="S::marie.kjellberg@scania.com::50799b42-1fb4-4e25-ad2f-5fa29ad1d44b" providerId="AD" clId="Web-{54BFAEBE-A9B6-4AE7-8D54-B7815CB761AE}" dt="2026-03-23T14:26:22.608" v="52" actId="20577"/>
        <pc:sldMkLst>
          <pc:docMk/>
          <pc:sldMk cId="3725080478" sldId="276"/>
        </pc:sldMkLst>
        <pc:spChg chg="mod">
          <ac:chgData name="Kjellberg Marie" userId="S::marie.kjellberg@scania.com::50799b42-1fb4-4e25-ad2f-5fa29ad1d44b" providerId="AD" clId="Web-{54BFAEBE-A9B6-4AE7-8D54-B7815CB761AE}" dt="2026-03-23T14:26:22.608" v="52" actId="20577"/>
          <ac:spMkLst>
            <pc:docMk/>
            <pc:sldMk cId="3725080478" sldId="276"/>
            <ac:spMk id="6" creationId="{F5476C49-5E94-8420-AE4C-EE207B64B50F}"/>
          </ac:spMkLst>
        </pc:spChg>
      </pc:sldChg>
      <pc:sldChg chg="modSp">
        <pc:chgData name="Kjellberg Marie" userId="S::marie.kjellberg@scania.com::50799b42-1fb4-4e25-ad2f-5fa29ad1d44b" providerId="AD" clId="Web-{54BFAEBE-A9B6-4AE7-8D54-B7815CB761AE}" dt="2026-03-23T14:26:33.780" v="61" actId="20577"/>
        <pc:sldMkLst>
          <pc:docMk/>
          <pc:sldMk cId="231485848" sldId="277"/>
        </pc:sldMkLst>
        <pc:spChg chg="mod">
          <ac:chgData name="Kjellberg Marie" userId="S::marie.kjellberg@scania.com::50799b42-1fb4-4e25-ad2f-5fa29ad1d44b" providerId="AD" clId="Web-{54BFAEBE-A9B6-4AE7-8D54-B7815CB761AE}" dt="2026-03-23T14:26:33.780" v="61" actId="20577"/>
          <ac:spMkLst>
            <pc:docMk/>
            <pc:sldMk cId="231485848" sldId="277"/>
            <ac:spMk id="7" creationId="{66F87315-DAA8-89B2-E2E5-C8ECA1025FBF}"/>
          </ac:spMkLst>
        </pc:spChg>
      </pc:sldChg>
      <pc:sldChg chg="modSp">
        <pc:chgData name="Kjellberg Marie" userId="S::marie.kjellberg@scania.com::50799b42-1fb4-4e25-ad2f-5fa29ad1d44b" providerId="AD" clId="Web-{54BFAEBE-A9B6-4AE7-8D54-B7815CB761AE}" dt="2026-03-23T14:27:11.936" v="75" actId="20577"/>
        <pc:sldMkLst>
          <pc:docMk/>
          <pc:sldMk cId="874527937" sldId="278"/>
        </pc:sldMkLst>
        <pc:spChg chg="mod">
          <ac:chgData name="Kjellberg Marie" userId="S::marie.kjellberg@scania.com::50799b42-1fb4-4e25-ad2f-5fa29ad1d44b" providerId="AD" clId="Web-{54BFAEBE-A9B6-4AE7-8D54-B7815CB761AE}" dt="2026-03-23T14:27:11.936" v="75" actId="20577"/>
          <ac:spMkLst>
            <pc:docMk/>
            <pc:sldMk cId="874527937" sldId="278"/>
            <ac:spMk id="7" creationId="{2DF5F5D1-099B-A771-FBE7-2BA932AE469B}"/>
          </ac:spMkLst>
        </pc:spChg>
      </pc:sldChg>
      <pc:sldChg chg="modSp">
        <pc:chgData name="Kjellberg Marie" userId="S::marie.kjellberg@scania.com::50799b42-1fb4-4e25-ad2f-5fa29ad1d44b" providerId="AD" clId="Web-{54BFAEBE-A9B6-4AE7-8D54-B7815CB761AE}" dt="2026-03-23T14:26:10.842" v="42" actId="20577"/>
        <pc:sldMkLst>
          <pc:docMk/>
          <pc:sldMk cId="2541727582" sldId="279"/>
        </pc:sldMkLst>
        <pc:spChg chg="mod">
          <ac:chgData name="Kjellberg Marie" userId="S::marie.kjellberg@scania.com::50799b42-1fb4-4e25-ad2f-5fa29ad1d44b" providerId="AD" clId="Web-{54BFAEBE-A9B6-4AE7-8D54-B7815CB761AE}" dt="2026-03-23T14:26:10.842" v="42" actId="20577"/>
          <ac:spMkLst>
            <pc:docMk/>
            <pc:sldMk cId="2541727582" sldId="279"/>
            <ac:spMk id="7" creationId="{2F63DA50-A023-C773-CDB1-DAD5FF354134}"/>
          </ac:spMkLst>
        </pc:spChg>
      </pc:sldChg>
      <pc:sldChg chg="modSp">
        <pc:chgData name="Kjellberg Marie" userId="S::marie.kjellberg@scania.com::50799b42-1fb4-4e25-ad2f-5fa29ad1d44b" providerId="AD" clId="Web-{54BFAEBE-A9B6-4AE7-8D54-B7815CB761AE}" dt="2026-03-23T14:27:25.452" v="83" actId="20577"/>
        <pc:sldMkLst>
          <pc:docMk/>
          <pc:sldMk cId="75149440" sldId="280"/>
        </pc:sldMkLst>
        <pc:spChg chg="mod">
          <ac:chgData name="Kjellberg Marie" userId="S::marie.kjellberg@scania.com::50799b42-1fb4-4e25-ad2f-5fa29ad1d44b" providerId="AD" clId="Web-{54BFAEBE-A9B6-4AE7-8D54-B7815CB761AE}" dt="2026-03-23T14:27:25.452" v="83" actId="20577"/>
          <ac:spMkLst>
            <pc:docMk/>
            <pc:sldMk cId="75149440" sldId="280"/>
            <ac:spMk id="7" creationId="{033D578F-7B4B-1A2C-D135-9B01BB3BDEC7}"/>
          </ac:spMkLst>
        </pc:spChg>
      </pc:sldChg>
      <pc:sldChg chg="modSp">
        <pc:chgData name="Kjellberg Marie" userId="S::marie.kjellberg@scania.com::50799b42-1fb4-4e25-ad2f-5fa29ad1d44b" providerId="AD" clId="Web-{54BFAEBE-A9B6-4AE7-8D54-B7815CB761AE}" dt="2026-03-23T14:27:45.874" v="93" actId="20577"/>
        <pc:sldMkLst>
          <pc:docMk/>
          <pc:sldMk cId="3063042863" sldId="281"/>
        </pc:sldMkLst>
        <pc:spChg chg="mod">
          <ac:chgData name="Kjellberg Marie" userId="S::marie.kjellberg@scania.com::50799b42-1fb4-4e25-ad2f-5fa29ad1d44b" providerId="AD" clId="Web-{54BFAEBE-A9B6-4AE7-8D54-B7815CB761AE}" dt="2026-03-23T14:27:45.874" v="93" actId="20577"/>
          <ac:spMkLst>
            <pc:docMk/>
            <pc:sldMk cId="3063042863" sldId="281"/>
            <ac:spMk id="7" creationId="{A169CC02-CDC2-2FC4-9E2C-CD7DD482B7BD}"/>
          </ac:spMkLst>
        </pc:spChg>
      </pc:sldChg>
      <pc:sldChg chg="modSp">
        <pc:chgData name="Kjellberg Marie" userId="S::marie.kjellberg@scania.com::50799b42-1fb4-4e25-ad2f-5fa29ad1d44b" providerId="AD" clId="Web-{54BFAEBE-A9B6-4AE7-8D54-B7815CB761AE}" dt="2026-03-23T14:25:58.123" v="32" actId="20577"/>
        <pc:sldMkLst>
          <pc:docMk/>
          <pc:sldMk cId="312097063" sldId="282"/>
        </pc:sldMkLst>
        <pc:spChg chg="mod">
          <ac:chgData name="Kjellberg Marie" userId="S::marie.kjellberg@scania.com::50799b42-1fb4-4e25-ad2f-5fa29ad1d44b" providerId="AD" clId="Web-{54BFAEBE-A9B6-4AE7-8D54-B7815CB761AE}" dt="2026-03-23T14:25:58.123" v="32" actId="20577"/>
          <ac:spMkLst>
            <pc:docMk/>
            <pc:sldMk cId="312097063" sldId="282"/>
            <ac:spMk id="7" creationId="{40EB3EFD-485C-1B02-FAC9-BE6636753374}"/>
          </ac:spMkLst>
        </pc:spChg>
      </pc:sldChg>
    </pc:docChg>
  </pc:docChgLst>
  <pc:docChgLst>
    <pc:chgData name="Dumitrescu Andrei" userId="7d97acf7-1a4c-444a-99c7-d42705936793" providerId="ADAL" clId="{71812E12-6196-5F82-82C2-1220B8A225C0}"/>
    <pc:docChg chg="undo custSel addSld delSld modSld sldOrd">
      <pc:chgData name="Dumitrescu Andrei" userId="7d97acf7-1a4c-444a-99c7-d42705936793" providerId="ADAL" clId="{71812E12-6196-5F82-82C2-1220B8A225C0}" dt="2026-03-23T13:08:49.727" v="159"/>
      <pc:docMkLst>
        <pc:docMk/>
      </pc:docMkLst>
      <pc:sldChg chg="add del">
        <pc:chgData name="Dumitrescu Andrei" userId="7d97acf7-1a4c-444a-99c7-d42705936793" providerId="ADAL" clId="{71812E12-6196-5F82-82C2-1220B8A225C0}" dt="2026-03-23T13:00:33.125" v="81" actId="2696"/>
        <pc:sldMkLst>
          <pc:docMk/>
          <pc:sldMk cId="3794738520" sldId="259"/>
        </pc:sldMkLst>
      </pc:sldChg>
      <pc:sldChg chg="modSp mod ord">
        <pc:chgData name="Dumitrescu Andrei" userId="7d97acf7-1a4c-444a-99c7-d42705936793" providerId="ADAL" clId="{71812E12-6196-5F82-82C2-1220B8A225C0}" dt="2026-03-20T12:44:00.528" v="27" actId="20578"/>
        <pc:sldMkLst>
          <pc:docMk/>
          <pc:sldMk cId="973348501" sldId="275"/>
        </pc:sldMkLst>
        <pc:picChg chg="mod">
          <ac:chgData name="Dumitrescu Andrei" userId="7d97acf7-1a4c-444a-99c7-d42705936793" providerId="ADAL" clId="{71812E12-6196-5F82-82C2-1220B8A225C0}" dt="2026-03-20T12:39:34.538" v="12" actId="1076"/>
          <ac:picMkLst>
            <pc:docMk/>
            <pc:sldMk cId="973348501" sldId="275"/>
            <ac:picMk id="3" creationId="{453E4791-4B8C-5D51-6873-8C56A8C25015}"/>
          </ac:picMkLst>
        </pc:picChg>
      </pc:sldChg>
      <pc:sldChg chg="modSp mod">
        <pc:chgData name="Dumitrescu Andrei" userId="7d97acf7-1a4c-444a-99c7-d42705936793" providerId="ADAL" clId="{71812E12-6196-5F82-82C2-1220B8A225C0}" dt="2026-03-20T12:47:04.285" v="63" actId="20577"/>
        <pc:sldMkLst>
          <pc:docMk/>
          <pc:sldMk cId="3725080478" sldId="276"/>
        </pc:sldMkLst>
        <pc:spChg chg="mod">
          <ac:chgData name="Dumitrescu Andrei" userId="7d97acf7-1a4c-444a-99c7-d42705936793" providerId="ADAL" clId="{71812E12-6196-5F82-82C2-1220B8A225C0}" dt="2026-03-20T12:47:04.285" v="63" actId="20577"/>
          <ac:spMkLst>
            <pc:docMk/>
            <pc:sldMk cId="3725080478" sldId="276"/>
            <ac:spMk id="2" creationId="{522D535C-16F2-C034-A4B3-8A63249B5C75}"/>
          </ac:spMkLst>
        </pc:spChg>
        <pc:picChg chg="mod">
          <ac:chgData name="Dumitrescu Andrei" userId="7d97acf7-1a4c-444a-99c7-d42705936793" providerId="ADAL" clId="{71812E12-6196-5F82-82C2-1220B8A225C0}" dt="2026-03-20T12:44:27.854" v="33" actId="1076"/>
          <ac:picMkLst>
            <pc:docMk/>
            <pc:sldMk cId="3725080478" sldId="276"/>
            <ac:picMk id="3" creationId="{66E31014-AD16-387E-83FC-4A4C918D22F8}"/>
          </ac:picMkLst>
        </pc:picChg>
      </pc:sldChg>
      <pc:sldChg chg="modSp mod">
        <pc:chgData name="Dumitrescu Andrei" userId="7d97acf7-1a4c-444a-99c7-d42705936793" providerId="ADAL" clId="{71812E12-6196-5F82-82C2-1220B8A225C0}" dt="2026-03-20T12:47:17.134" v="68" actId="20577"/>
        <pc:sldMkLst>
          <pc:docMk/>
          <pc:sldMk cId="231485848" sldId="277"/>
        </pc:sldMkLst>
        <pc:spChg chg="mod">
          <ac:chgData name="Dumitrescu Andrei" userId="7d97acf7-1a4c-444a-99c7-d42705936793" providerId="ADAL" clId="{71812E12-6196-5F82-82C2-1220B8A225C0}" dt="2026-03-20T12:47:17.134" v="68" actId="20577"/>
          <ac:spMkLst>
            <pc:docMk/>
            <pc:sldMk cId="231485848" sldId="277"/>
            <ac:spMk id="2" creationId="{70E2FD80-DBF2-25EC-83A9-9E782C7BBEDE}"/>
          </ac:spMkLst>
        </pc:spChg>
        <pc:picChg chg="mod">
          <ac:chgData name="Dumitrescu Andrei" userId="7d97acf7-1a4c-444a-99c7-d42705936793" providerId="ADAL" clId="{71812E12-6196-5F82-82C2-1220B8A225C0}" dt="2026-03-20T12:44:40.963" v="35" actId="1076"/>
          <ac:picMkLst>
            <pc:docMk/>
            <pc:sldMk cId="231485848" sldId="277"/>
            <ac:picMk id="3" creationId="{C957431D-B285-CE38-47D9-CD711C8B7B9F}"/>
          </ac:picMkLst>
        </pc:picChg>
        <pc:picChg chg="mod">
          <ac:chgData name="Dumitrescu Andrei" userId="7d97acf7-1a4c-444a-99c7-d42705936793" providerId="ADAL" clId="{71812E12-6196-5F82-82C2-1220B8A225C0}" dt="2026-03-20T12:42:45.956" v="17" actId="14826"/>
          <ac:picMkLst>
            <pc:docMk/>
            <pc:sldMk cId="231485848" sldId="277"/>
            <ac:picMk id="6" creationId="{8B0A56E4-9BA9-9809-0E2B-C06DDE8E77AF}"/>
          </ac:picMkLst>
        </pc:picChg>
      </pc:sldChg>
      <pc:sldChg chg="modSp mod">
        <pc:chgData name="Dumitrescu Andrei" userId="7d97acf7-1a4c-444a-99c7-d42705936793" providerId="ADAL" clId="{71812E12-6196-5F82-82C2-1220B8A225C0}" dt="2026-03-20T12:44:49.034" v="37" actId="1076"/>
        <pc:sldMkLst>
          <pc:docMk/>
          <pc:sldMk cId="874527937" sldId="278"/>
        </pc:sldMkLst>
        <pc:picChg chg="mod">
          <ac:chgData name="Dumitrescu Andrei" userId="7d97acf7-1a4c-444a-99c7-d42705936793" providerId="ADAL" clId="{71812E12-6196-5F82-82C2-1220B8A225C0}" dt="2026-03-20T12:44:49.034" v="37" actId="1076"/>
          <ac:picMkLst>
            <pc:docMk/>
            <pc:sldMk cId="874527937" sldId="278"/>
            <ac:picMk id="3" creationId="{0353A59E-57F5-D1E9-3B59-EA90C13473B9}"/>
          </ac:picMkLst>
        </pc:picChg>
        <pc:picChg chg="mod">
          <ac:chgData name="Dumitrescu Andrei" userId="7d97acf7-1a4c-444a-99c7-d42705936793" providerId="ADAL" clId="{71812E12-6196-5F82-82C2-1220B8A225C0}" dt="2026-03-20T12:42:51.712" v="18" actId="14826"/>
          <ac:picMkLst>
            <pc:docMk/>
            <pc:sldMk cId="874527937" sldId="278"/>
            <ac:picMk id="4" creationId="{2C5C47AD-ED45-0F4F-35E3-C001CA3516CC}"/>
          </ac:picMkLst>
        </pc:picChg>
      </pc:sldChg>
      <pc:sldChg chg="modSp mod ord">
        <pc:chgData name="Dumitrescu Andrei" userId="7d97acf7-1a4c-444a-99c7-d42705936793" providerId="ADAL" clId="{71812E12-6196-5F82-82C2-1220B8A225C0}" dt="2026-03-20T12:41:08.948" v="14" actId="14826"/>
        <pc:sldMkLst>
          <pc:docMk/>
          <pc:sldMk cId="2541727582" sldId="279"/>
        </pc:sldMkLst>
        <pc:picChg chg="mod">
          <ac:chgData name="Dumitrescu Andrei" userId="7d97acf7-1a4c-444a-99c7-d42705936793" providerId="ADAL" clId="{71812E12-6196-5F82-82C2-1220B8A225C0}" dt="2026-03-20T12:39:26.113" v="10" actId="1076"/>
          <ac:picMkLst>
            <pc:docMk/>
            <pc:sldMk cId="2541727582" sldId="279"/>
            <ac:picMk id="3" creationId="{3C5D464B-D574-EE00-54EC-EDC221A50516}"/>
          </ac:picMkLst>
        </pc:picChg>
        <pc:picChg chg="mod">
          <ac:chgData name="Dumitrescu Andrei" userId="7d97acf7-1a4c-444a-99c7-d42705936793" providerId="ADAL" clId="{71812E12-6196-5F82-82C2-1220B8A225C0}" dt="2026-03-20T12:41:08.948" v="14" actId="14826"/>
          <ac:picMkLst>
            <pc:docMk/>
            <pc:sldMk cId="2541727582" sldId="279"/>
            <ac:picMk id="4" creationId="{4F40F835-847A-557F-0BC4-75241070EA4B}"/>
          </ac:picMkLst>
        </pc:picChg>
      </pc:sldChg>
      <pc:sldChg chg="addSp modSp mod modAnim">
        <pc:chgData name="Dumitrescu Andrei" userId="7d97acf7-1a4c-444a-99c7-d42705936793" providerId="ADAL" clId="{71812E12-6196-5F82-82C2-1220B8A225C0}" dt="2026-03-20T12:47:49.359" v="73" actId="20577"/>
        <pc:sldMkLst>
          <pc:docMk/>
          <pc:sldMk cId="75149440" sldId="280"/>
        </pc:sldMkLst>
        <pc:spChg chg="mod">
          <ac:chgData name="Dumitrescu Andrei" userId="7d97acf7-1a4c-444a-99c7-d42705936793" providerId="ADAL" clId="{71812E12-6196-5F82-82C2-1220B8A225C0}" dt="2026-03-20T12:47:49.359" v="73" actId="20577"/>
          <ac:spMkLst>
            <pc:docMk/>
            <pc:sldMk cId="75149440" sldId="280"/>
            <ac:spMk id="2" creationId="{947798F0-4BED-6555-7732-85A55D819F7A}"/>
          </ac:spMkLst>
        </pc:spChg>
        <pc:picChg chg="mod">
          <ac:chgData name="Dumitrescu Andrei" userId="7d97acf7-1a4c-444a-99c7-d42705936793" providerId="ADAL" clId="{71812E12-6196-5F82-82C2-1220B8A225C0}" dt="2026-03-20T12:44:59.437" v="39" actId="1076"/>
          <ac:picMkLst>
            <pc:docMk/>
            <pc:sldMk cId="75149440" sldId="280"/>
            <ac:picMk id="3" creationId="{EF3BE1D0-E4C0-1930-F22D-B97DA64010AA}"/>
          </ac:picMkLst>
        </pc:picChg>
        <pc:picChg chg="mod">
          <ac:chgData name="Dumitrescu Andrei" userId="7d97acf7-1a4c-444a-99c7-d42705936793" providerId="ADAL" clId="{71812E12-6196-5F82-82C2-1220B8A225C0}" dt="2026-03-20T12:43:01.619" v="21" actId="14826"/>
          <ac:picMkLst>
            <pc:docMk/>
            <pc:sldMk cId="75149440" sldId="280"/>
            <ac:picMk id="4" creationId="{77E66067-0592-F912-C0C5-CD9D4C3A58BB}"/>
          </ac:picMkLst>
        </pc:picChg>
      </pc:sldChg>
      <pc:sldChg chg="modSp mod ord">
        <pc:chgData name="Dumitrescu Andrei" userId="7d97acf7-1a4c-444a-99c7-d42705936793" providerId="ADAL" clId="{71812E12-6196-5F82-82C2-1220B8A225C0}" dt="2026-03-20T12:48:07.347" v="78" actId="207"/>
        <pc:sldMkLst>
          <pc:docMk/>
          <pc:sldMk cId="3063042863" sldId="281"/>
        </pc:sldMkLst>
        <pc:spChg chg="mod">
          <ac:chgData name="Dumitrescu Andrei" userId="7d97acf7-1a4c-444a-99c7-d42705936793" providerId="ADAL" clId="{71812E12-6196-5F82-82C2-1220B8A225C0}" dt="2026-03-20T12:48:07.347" v="78" actId="207"/>
          <ac:spMkLst>
            <pc:docMk/>
            <pc:sldMk cId="3063042863" sldId="281"/>
            <ac:spMk id="2" creationId="{99DBC1C2-9A40-6874-D98B-BAAF06B3A039}"/>
          </ac:spMkLst>
        </pc:spChg>
        <pc:picChg chg="mod">
          <ac:chgData name="Dumitrescu Andrei" userId="7d97acf7-1a4c-444a-99c7-d42705936793" providerId="ADAL" clId="{71812E12-6196-5F82-82C2-1220B8A225C0}" dt="2026-03-20T12:45:19.469" v="41" actId="1076"/>
          <ac:picMkLst>
            <pc:docMk/>
            <pc:sldMk cId="3063042863" sldId="281"/>
            <ac:picMk id="3" creationId="{6E07A617-3691-7E35-9B18-65292E14F82E}"/>
          </ac:picMkLst>
        </pc:picChg>
        <pc:picChg chg="mod">
          <ac:chgData name="Dumitrescu Andrei" userId="7d97acf7-1a4c-444a-99c7-d42705936793" providerId="ADAL" clId="{71812E12-6196-5F82-82C2-1220B8A225C0}" dt="2026-03-20T12:43:39.702" v="22" actId="14826"/>
          <ac:picMkLst>
            <pc:docMk/>
            <pc:sldMk cId="3063042863" sldId="281"/>
            <ac:picMk id="4" creationId="{2418EECB-5428-020C-C619-DFB147B3B75A}"/>
          </ac:picMkLst>
        </pc:picChg>
      </pc:sldChg>
      <pc:sldChg chg="addSp delSp modSp mod ord">
        <pc:chgData name="Dumitrescu Andrei" userId="7d97acf7-1a4c-444a-99c7-d42705936793" providerId="ADAL" clId="{71812E12-6196-5F82-82C2-1220B8A225C0}" dt="2026-03-23T13:01:01.881" v="83"/>
        <pc:sldMkLst>
          <pc:docMk/>
          <pc:sldMk cId="312097063" sldId="282"/>
        </pc:sldMkLst>
        <pc:spChg chg="mod">
          <ac:chgData name="Dumitrescu Andrei" userId="7d97acf7-1a4c-444a-99c7-d42705936793" providerId="ADAL" clId="{71812E12-6196-5F82-82C2-1220B8A225C0}" dt="2026-03-20T12:46:36.340" v="58" actId="20577"/>
          <ac:spMkLst>
            <pc:docMk/>
            <pc:sldMk cId="312097063" sldId="282"/>
            <ac:spMk id="2" creationId="{9B9DE457-F777-0ACE-CD9D-2A6F4A1FAE83}"/>
          </ac:spMkLst>
        </pc:spChg>
        <pc:picChg chg="mod">
          <ac:chgData name="Dumitrescu Andrei" userId="7d97acf7-1a4c-444a-99c7-d42705936793" providerId="ADAL" clId="{71812E12-6196-5F82-82C2-1220B8A225C0}" dt="2026-03-20T12:44:16.381" v="31" actId="1076"/>
          <ac:picMkLst>
            <pc:docMk/>
            <pc:sldMk cId="312097063" sldId="282"/>
            <ac:picMk id="3" creationId="{08E04B9A-4AEC-4EFE-0F39-2B2BBA18A912}"/>
          </ac:picMkLst>
        </pc:picChg>
        <pc:picChg chg="mod">
          <ac:chgData name="Dumitrescu Andrei" userId="7d97acf7-1a4c-444a-99c7-d42705936793" providerId="ADAL" clId="{71812E12-6196-5F82-82C2-1220B8A225C0}" dt="2026-03-20T12:43:45.500" v="23" actId="14826"/>
          <ac:picMkLst>
            <pc:docMk/>
            <pc:sldMk cId="312097063" sldId="282"/>
            <ac:picMk id="4" creationId="{7918A840-AE9D-8F5D-F3B2-4880028B01C7}"/>
          </ac:picMkLst>
        </pc:picChg>
        <pc:picChg chg="mod">
          <ac:chgData name="Dumitrescu Andrei" userId="7d97acf7-1a4c-444a-99c7-d42705936793" providerId="ADAL" clId="{71812E12-6196-5F82-82C2-1220B8A225C0}" dt="2026-03-23T13:01:01.881" v="83"/>
          <ac:picMkLst>
            <pc:docMk/>
            <pc:sldMk cId="312097063" sldId="282"/>
            <ac:picMk id="5" creationId="{7BC4DD6E-087D-36D0-EF2F-59192F450B8C}"/>
          </ac:picMkLst>
        </pc:picChg>
      </pc:sldChg>
      <pc:sldChg chg="add del">
        <pc:chgData name="Dumitrescu Andrei" userId="7d97acf7-1a4c-444a-99c7-d42705936793" providerId="ADAL" clId="{71812E12-6196-5F82-82C2-1220B8A225C0}" dt="2026-03-23T13:07:52.652" v="151" actId="2696"/>
        <pc:sldMkLst>
          <pc:docMk/>
          <pc:sldMk cId="3528268996" sldId="283"/>
        </pc:sldMkLst>
      </pc:sldChg>
      <pc:sldChg chg="addSp delSp modSp add mod modTransition delAnim">
        <pc:chgData name="Dumitrescu Andrei" userId="7d97acf7-1a4c-444a-99c7-d42705936793" providerId="ADAL" clId="{71812E12-6196-5F82-82C2-1220B8A225C0}" dt="2026-03-23T13:08:49.727" v="159"/>
        <pc:sldMkLst>
          <pc:docMk/>
          <pc:sldMk cId="565435312" sldId="284"/>
        </pc:sldMkLst>
        <pc:picChg chg="add del mod">
          <ac:chgData name="Dumitrescu Andrei" userId="7d97acf7-1a4c-444a-99c7-d42705936793" providerId="ADAL" clId="{71812E12-6196-5F82-82C2-1220B8A225C0}" dt="2026-03-23T13:07:34.864" v="148" actId="21"/>
          <ac:picMkLst>
            <pc:docMk/>
            <pc:sldMk cId="565435312" sldId="284"/>
            <ac:picMk id="3" creationId="{D03E3FA6-DA47-FDF3-6CC1-5545494C8AC7}"/>
          </ac:picMkLst>
        </pc:picChg>
        <pc:picChg chg="add mod">
          <ac:chgData name="Dumitrescu Andrei" userId="7d97acf7-1a4c-444a-99c7-d42705936793" providerId="ADAL" clId="{71812E12-6196-5F82-82C2-1220B8A225C0}" dt="2026-03-23T13:08:43.231" v="158"/>
          <ac:picMkLst>
            <pc:docMk/>
            <pc:sldMk cId="565435312" sldId="284"/>
            <ac:picMk id="15" creationId="{58DF214F-24DE-B670-DDBE-F396A6B0B7B6}"/>
          </ac:picMkLst>
        </pc:picChg>
        <pc:picChg chg="add mod">
          <ac:chgData name="Dumitrescu Andrei" userId="7d97acf7-1a4c-444a-99c7-d42705936793" providerId="ADAL" clId="{71812E12-6196-5F82-82C2-1220B8A225C0}" dt="2026-03-23T13:08:19.913" v="155"/>
          <ac:picMkLst>
            <pc:docMk/>
            <pc:sldMk cId="565435312" sldId="284"/>
            <ac:picMk id="17" creationId="{423F733C-8F3E-88BF-DB72-EDB5F11EEE0C}"/>
          </ac:picMkLst>
        </pc:picChg>
        <pc:picChg chg="add mod">
          <ac:chgData name="Dumitrescu Andrei" userId="7d97acf7-1a4c-444a-99c7-d42705936793" providerId="ADAL" clId="{71812E12-6196-5F82-82C2-1220B8A225C0}" dt="2026-03-23T13:08:37.154" v="157"/>
          <ac:picMkLst>
            <pc:docMk/>
            <pc:sldMk cId="565435312" sldId="284"/>
            <ac:picMk id="19" creationId="{A6BED466-C07B-3DA1-9CCF-92CF5CB85C9A}"/>
          </ac:picMkLst>
        </pc:picChg>
        <pc:picChg chg="add mod">
          <ac:chgData name="Dumitrescu Andrei" userId="7d97acf7-1a4c-444a-99c7-d42705936793" providerId="ADAL" clId="{71812E12-6196-5F82-82C2-1220B8A225C0}" dt="2026-03-23T13:08:13.198" v="154"/>
          <ac:picMkLst>
            <pc:docMk/>
            <pc:sldMk cId="565435312" sldId="284"/>
            <ac:picMk id="21" creationId="{96909BEF-6E54-2EF6-094B-D55D842498D7}"/>
          </ac:picMkLst>
        </pc:picChg>
        <pc:picChg chg="add del mod">
          <ac:chgData name="Dumitrescu Andrei" userId="7d97acf7-1a4c-444a-99c7-d42705936793" providerId="ADAL" clId="{71812E12-6196-5F82-82C2-1220B8A225C0}" dt="2026-03-23T13:05:27.869" v="130" actId="478"/>
          <ac:picMkLst>
            <pc:docMk/>
            <pc:sldMk cId="565435312" sldId="284"/>
            <ac:picMk id="23" creationId="{3883ABAB-FAAB-A5BD-2747-358FC0336F10}"/>
          </ac:picMkLst>
        </pc:picChg>
        <pc:picChg chg="add mod">
          <ac:chgData name="Dumitrescu Andrei" userId="7d97acf7-1a4c-444a-99c7-d42705936793" providerId="ADAL" clId="{71812E12-6196-5F82-82C2-1220B8A225C0}" dt="2026-03-23T13:08:07.308" v="153"/>
          <ac:picMkLst>
            <pc:docMk/>
            <pc:sldMk cId="565435312" sldId="284"/>
            <ac:picMk id="25" creationId="{20791812-10DE-BE0A-EB0C-279FDC82DB08}"/>
          </ac:picMkLst>
        </pc:picChg>
        <pc:picChg chg="del">
          <ac:chgData name="Dumitrescu Andrei" userId="7d97acf7-1a4c-444a-99c7-d42705936793" providerId="ADAL" clId="{71812E12-6196-5F82-82C2-1220B8A225C0}" dt="2026-03-23T13:07:36.023" v="149" actId="478"/>
          <ac:picMkLst>
            <pc:docMk/>
            <pc:sldMk cId="565435312" sldId="284"/>
            <ac:picMk id="27" creationId="{D6E510E8-9EA3-A545-1BE4-98F1DFA3DB57}"/>
          </ac:picMkLst>
        </pc:picChg>
        <pc:picChg chg="add mod">
          <ac:chgData name="Dumitrescu Andrei" userId="7d97acf7-1a4c-444a-99c7-d42705936793" providerId="ADAL" clId="{71812E12-6196-5F82-82C2-1220B8A225C0}" dt="2026-03-23T13:08:25.828" v="156"/>
          <ac:picMkLst>
            <pc:docMk/>
            <pc:sldMk cId="565435312" sldId="284"/>
            <ac:picMk id="28" creationId="{C3D574E7-017E-2D2B-26C4-56D17E82ADA0}"/>
          </ac:picMkLst>
        </pc:picChg>
        <pc:picChg chg="add mod">
          <ac:chgData name="Dumitrescu Andrei" userId="7d97acf7-1a4c-444a-99c7-d42705936793" providerId="ADAL" clId="{71812E12-6196-5F82-82C2-1220B8A225C0}" dt="2026-03-23T13:08:49.727" v="159"/>
          <ac:picMkLst>
            <pc:docMk/>
            <pc:sldMk cId="565435312" sldId="284"/>
            <ac:picMk id="30" creationId="{B25899BB-2ADA-3410-5C33-05910D222DB5}"/>
          </ac:picMkLst>
        </pc:picChg>
        <pc:picChg chg="add mod">
          <ac:chgData name="Dumitrescu Andrei" userId="7d97acf7-1a4c-444a-99c7-d42705936793" providerId="ADAL" clId="{71812E12-6196-5F82-82C2-1220B8A225C0}" dt="2026-03-23T13:08:01.157" v="152"/>
          <ac:picMkLst>
            <pc:docMk/>
            <pc:sldMk cId="565435312" sldId="284"/>
            <ac:picMk id="31" creationId="{A5CB7FBE-D539-7A0C-6820-1CFE747F8E2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8C1614-6B9B-2A45-B70E-0C0E887BFC61}" type="datetimeFigureOut">
              <a:rPr lang="en-SE" smtClean="0"/>
              <a:t>03/24/2026</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0C38DF-1730-454C-8B05-2A8D83E830A6}" type="slidenum">
              <a:rPr lang="en-SE" smtClean="0"/>
              <a:t>‹#›</a:t>
            </a:fld>
            <a:endParaRPr lang="en-SE"/>
          </a:p>
        </p:txBody>
      </p:sp>
    </p:spTree>
    <p:extLst>
      <p:ext uri="{BB962C8B-B14F-4D97-AF65-F5344CB8AC3E}">
        <p14:creationId xmlns:p14="http://schemas.microsoft.com/office/powerpoint/2010/main" val="144109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51785-5179-A5BE-7A1A-50ECE5D64A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41A3EF-45FF-00EE-ED8F-0A775BE7AE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D0D93A-822B-D8BF-951C-AFDF7320F945}"/>
              </a:ext>
            </a:extLst>
          </p:cNvPr>
          <p:cNvSpPr>
            <a:spLocks noGrp="1"/>
          </p:cNvSpPr>
          <p:nvPr>
            <p:ph type="body" idx="1"/>
          </p:nvPr>
        </p:nvSpPr>
        <p:spPr/>
        <p:txBody>
          <a:bodyPr/>
          <a:lstStyle/>
          <a:p>
            <a:endParaRPr lang="en-SE"/>
          </a:p>
        </p:txBody>
      </p:sp>
      <p:sp>
        <p:nvSpPr>
          <p:cNvPr id="4" name="Slide Number Placeholder 3">
            <a:extLst>
              <a:ext uri="{FF2B5EF4-FFF2-40B4-BE49-F238E27FC236}">
                <a16:creationId xmlns:a16="http://schemas.microsoft.com/office/drawing/2014/main" id="{1C094B05-6EB1-DBA5-03FE-0884028DB8F2}"/>
              </a:ext>
            </a:extLst>
          </p:cNvPr>
          <p:cNvSpPr>
            <a:spLocks noGrp="1"/>
          </p:cNvSpPr>
          <p:nvPr>
            <p:ph type="sldNum" sz="quarter" idx="5"/>
          </p:nvPr>
        </p:nvSpPr>
        <p:spPr/>
        <p:txBody>
          <a:bodyPr/>
          <a:lstStyle/>
          <a:p>
            <a:fld id="{75F572CF-8A3F-9346-BCA9-84DD5D873945}" type="slidenum">
              <a:rPr lang="en-SE" smtClean="0"/>
              <a:t>1</a:t>
            </a:fld>
            <a:endParaRPr lang="en-SE"/>
          </a:p>
        </p:txBody>
      </p:sp>
    </p:spTree>
    <p:extLst>
      <p:ext uri="{BB962C8B-B14F-4D97-AF65-F5344CB8AC3E}">
        <p14:creationId xmlns:p14="http://schemas.microsoft.com/office/powerpoint/2010/main" val="1860967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031E6-61DF-DF4A-F3EA-9B0BBC3F8B1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SE"/>
          </a:p>
        </p:txBody>
      </p:sp>
      <p:sp>
        <p:nvSpPr>
          <p:cNvPr id="3" name="Subtitle 2">
            <a:extLst>
              <a:ext uri="{FF2B5EF4-FFF2-40B4-BE49-F238E27FC236}">
                <a16:creationId xmlns:a16="http://schemas.microsoft.com/office/drawing/2014/main" id="{958D9D2B-ECB4-6167-0079-DAF9A33D90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SE"/>
          </a:p>
        </p:txBody>
      </p:sp>
      <p:sp>
        <p:nvSpPr>
          <p:cNvPr id="4" name="Date Placeholder 3">
            <a:extLst>
              <a:ext uri="{FF2B5EF4-FFF2-40B4-BE49-F238E27FC236}">
                <a16:creationId xmlns:a16="http://schemas.microsoft.com/office/drawing/2014/main" id="{250AE221-B089-0355-5FCB-4F766AD54664}"/>
              </a:ext>
            </a:extLst>
          </p:cNvPr>
          <p:cNvSpPr>
            <a:spLocks noGrp="1"/>
          </p:cNvSpPr>
          <p:nvPr>
            <p:ph type="dt" sz="half" idx="10"/>
          </p:nvPr>
        </p:nvSpPr>
        <p:spPr/>
        <p:txBody>
          <a:bodyPr/>
          <a:lstStyle/>
          <a:p>
            <a:fld id="{224D432A-C977-C842-91FF-96EC176D3F20}" type="datetimeFigureOut">
              <a:rPr lang="en-SE" smtClean="0"/>
              <a:t>03/24/2026</a:t>
            </a:fld>
            <a:endParaRPr lang="en-SE"/>
          </a:p>
        </p:txBody>
      </p:sp>
      <p:sp>
        <p:nvSpPr>
          <p:cNvPr id="5" name="Footer Placeholder 4">
            <a:extLst>
              <a:ext uri="{FF2B5EF4-FFF2-40B4-BE49-F238E27FC236}">
                <a16:creationId xmlns:a16="http://schemas.microsoft.com/office/drawing/2014/main" id="{CCC4CC73-6D66-709E-008B-E134F89C3165}"/>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EDB834BE-75A0-7B00-BAA7-F657B92B2028}"/>
              </a:ext>
            </a:extLst>
          </p:cNvPr>
          <p:cNvSpPr>
            <a:spLocks noGrp="1"/>
          </p:cNvSpPr>
          <p:nvPr>
            <p:ph type="sldNum" sz="quarter" idx="12"/>
          </p:nvPr>
        </p:nvSpPr>
        <p:spPr/>
        <p:txBody>
          <a:bodyPr/>
          <a:lstStyle/>
          <a:p>
            <a:fld id="{7BDC54B4-5ACD-4842-83D0-23E15DC35E4B}" type="slidenum">
              <a:rPr lang="en-SE" smtClean="0"/>
              <a:t>‹#›</a:t>
            </a:fld>
            <a:endParaRPr lang="en-SE"/>
          </a:p>
        </p:txBody>
      </p:sp>
    </p:spTree>
    <p:extLst>
      <p:ext uri="{BB962C8B-B14F-4D97-AF65-F5344CB8AC3E}">
        <p14:creationId xmlns:p14="http://schemas.microsoft.com/office/powerpoint/2010/main" val="2487901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C616A-B23D-A220-6735-90D5E9984927}"/>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186F72FB-CE41-17AF-2F95-0EA6EBA8F6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7A47E361-9436-DE68-5FCC-11D290CFBCE7}"/>
              </a:ext>
            </a:extLst>
          </p:cNvPr>
          <p:cNvSpPr>
            <a:spLocks noGrp="1"/>
          </p:cNvSpPr>
          <p:nvPr>
            <p:ph type="dt" sz="half" idx="10"/>
          </p:nvPr>
        </p:nvSpPr>
        <p:spPr/>
        <p:txBody>
          <a:bodyPr/>
          <a:lstStyle/>
          <a:p>
            <a:fld id="{224D432A-C977-C842-91FF-96EC176D3F20}" type="datetimeFigureOut">
              <a:rPr lang="en-SE" smtClean="0"/>
              <a:t>03/24/2026</a:t>
            </a:fld>
            <a:endParaRPr lang="en-SE"/>
          </a:p>
        </p:txBody>
      </p:sp>
      <p:sp>
        <p:nvSpPr>
          <p:cNvPr id="5" name="Footer Placeholder 4">
            <a:extLst>
              <a:ext uri="{FF2B5EF4-FFF2-40B4-BE49-F238E27FC236}">
                <a16:creationId xmlns:a16="http://schemas.microsoft.com/office/drawing/2014/main" id="{91C800AB-6AC8-D798-05FF-B7F81AAD3D1B}"/>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85DE1C60-B07B-789E-3D19-92E405D5033B}"/>
              </a:ext>
            </a:extLst>
          </p:cNvPr>
          <p:cNvSpPr>
            <a:spLocks noGrp="1"/>
          </p:cNvSpPr>
          <p:nvPr>
            <p:ph type="sldNum" sz="quarter" idx="12"/>
          </p:nvPr>
        </p:nvSpPr>
        <p:spPr/>
        <p:txBody>
          <a:bodyPr/>
          <a:lstStyle/>
          <a:p>
            <a:fld id="{7BDC54B4-5ACD-4842-83D0-23E15DC35E4B}" type="slidenum">
              <a:rPr lang="en-SE" smtClean="0"/>
              <a:t>‹#›</a:t>
            </a:fld>
            <a:endParaRPr lang="en-SE"/>
          </a:p>
        </p:txBody>
      </p:sp>
    </p:spTree>
    <p:extLst>
      <p:ext uri="{BB962C8B-B14F-4D97-AF65-F5344CB8AC3E}">
        <p14:creationId xmlns:p14="http://schemas.microsoft.com/office/powerpoint/2010/main" val="115045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595D7-0E8F-06AE-21FA-12059EDA699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SE"/>
          </a:p>
        </p:txBody>
      </p:sp>
      <p:sp>
        <p:nvSpPr>
          <p:cNvPr id="3" name="Text Placeholder 2">
            <a:extLst>
              <a:ext uri="{FF2B5EF4-FFF2-40B4-BE49-F238E27FC236}">
                <a16:creationId xmlns:a16="http://schemas.microsoft.com/office/drawing/2014/main" id="{C5F1658E-3ADB-55A6-7218-67E074B3C3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B4FFCF8-4928-0D7E-F49F-89C3B4AD3927}"/>
              </a:ext>
            </a:extLst>
          </p:cNvPr>
          <p:cNvSpPr>
            <a:spLocks noGrp="1"/>
          </p:cNvSpPr>
          <p:nvPr>
            <p:ph type="dt" sz="half" idx="10"/>
          </p:nvPr>
        </p:nvSpPr>
        <p:spPr/>
        <p:txBody>
          <a:bodyPr/>
          <a:lstStyle/>
          <a:p>
            <a:fld id="{224D432A-C977-C842-91FF-96EC176D3F20}" type="datetimeFigureOut">
              <a:rPr lang="en-SE" smtClean="0"/>
              <a:t>03/24/2026</a:t>
            </a:fld>
            <a:endParaRPr lang="en-SE"/>
          </a:p>
        </p:txBody>
      </p:sp>
      <p:sp>
        <p:nvSpPr>
          <p:cNvPr id="5" name="Footer Placeholder 4">
            <a:extLst>
              <a:ext uri="{FF2B5EF4-FFF2-40B4-BE49-F238E27FC236}">
                <a16:creationId xmlns:a16="http://schemas.microsoft.com/office/drawing/2014/main" id="{6E71F02D-6CC4-C4B3-EAF4-1AA4B8F0AB10}"/>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5C594EA7-7D26-87E8-FF15-1F193EA23E97}"/>
              </a:ext>
            </a:extLst>
          </p:cNvPr>
          <p:cNvSpPr>
            <a:spLocks noGrp="1"/>
          </p:cNvSpPr>
          <p:nvPr>
            <p:ph type="sldNum" sz="quarter" idx="12"/>
          </p:nvPr>
        </p:nvSpPr>
        <p:spPr/>
        <p:txBody>
          <a:bodyPr/>
          <a:lstStyle/>
          <a:p>
            <a:fld id="{7BDC54B4-5ACD-4842-83D0-23E15DC35E4B}" type="slidenum">
              <a:rPr lang="en-SE" smtClean="0"/>
              <a:t>‹#›</a:t>
            </a:fld>
            <a:endParaRPr lang="en-SE"/>
          </a:p>
        </p:txBody>
      </p:sp>
    </p:spTree>
    <p:extLst>
      <p:ext uri="{BB962C8B-B14F-4D97-AF65-F5344CB8AC3E}">
        <p14:creationId xmlns:p14="http://schemas.microsoft.com/office/powerpoint/2010/main" val="3082750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A87DB-2694-2FA2-3FE1-7420BF95B65D}"/>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49146308-1937-3CC6-F6C5-0A55E9ACEE5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Content Placeholder 3">
            <a:extLst>
              <a:ext uri="{FF2B5EF4-FFF2-40B4-BE49-F238E27FC236}">
                <a16:creationId xmlns:a16="http://schemas.microsoft.com/office/drawing/2014/main" id="{AD608769-F380-0BD9-0429-C0D41CB186E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Date Placeholder 4">
            <a:extLst>
              <a:ext uri="{FF2B5EF4-FFF2-40B4-BE49-F238E27FC236}">
                <a16:creationId xmlns:a16="http://schemas.microsoft.com/office/drawing/2014/main" id="{83736A4A-8D6A-EDEE-5C44-BDE8CF271B55}"/>
              </a:ext>
            </a:extLst>
          </p:cNvPr>
          <p:cNvSpPr>
            <a:spLocks noGrp="1"/>
          </p:cNvSpPr>
          <p:nvPr>
            <p:ph type="dt" sz="half" idx="10"/>
          </p:nvPr>
        </p:nvSpPr>
        <p:spPr/>
        <p:txBody>
          <a:bodyPr/>
          <a:lstStyle/>
          <a:p>
            <a:fld id="{224D432A-C977-C842-91FF-96EC176D3F20}" type="datetimeFigureOut">
              <a:rPr lang="en-SE" smtClean="0"/>
              <a:t>03/24/2026</a:t>
            </a:fld>
            <a:endParaRPr lang="en-SE"/>
          </a:p>
        </p:txBody>
      </p:sp>
      <p:sp>
        <p:nvSpPr>
          <p:cNvPr id="6" name="Footer Placeholder 5">
            <a:extLst>
              <a:ext uri="{FF2B5EF4-FFF2-40B4-BE49-F238E27FC236}">
                <a16:creationId xmlns:a16="http://schemas.microsoft.com/office/drawing/2014/main" id="{E5CF6828-3C40-7381-7295-FC434ADECEC4}"/>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E81DAE91-CF94-CAE8-BAEA-9DD1241C8B1A}"/>
              </a:ext>
            </a:extLst>
          </p:cNvPr>
          <p:cNvSpPr>
            <a:spLocks noGrp="1"/>
          </p:cNvSpPr>
          <p:nvPr>
            <p:ph type="sldNum" sz="quarter" idx="12"/>
          </p:nvPr>
        </p:nvSpPr>
        <p:spPr/>
        <p:txBody>
          <a:bodyPr/>
          <a:lstStyle/>
          <a:p>
            <a:fld id="{7BDC54B4-5ACD-4842-83D0-23E15DC35E4B}" type="slidenum">
              <a:rPr lang="en-SE" smtClean="0"/>
              <a:t>‹#›</a:t>
            </a:fld>
            <a:endParaRPr lang="en-SE"/>
          </a:p>
        </p:txBody>
      </p:sp>
    </p:spTree>
    <p:extLst>
      <p:ext uri="{BB962C8B-B14F-4D97-AF65-F5344CB8AC3E}">
        <p14:creationId xmlns:p14="http://schemas.microsoft.com/office/powerpoint/2010/main" val="1400710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AE3E8-6B10-F6E3-0726-D5426D9A4014}"/>
              </a:ext>
            </a:extLst>
          </p:cNvPr>
          <p:cNvSpPr>
            <a:spLocks noGrp="1"/>
          </p:cNvSpPr>
          <p:nvPr>
            <p:ph type="title"/>
          </p:nvPr>
        </p:nvSpPr>
        <p:spPr>
          <a:xfrm>
            <a:off x="839788" y="365125"/>
            <a:ext cx="10515600" cy="1325563"/>
          </a:xfrm>
        </p:spPr>
        <p:txBody>
          <a:bodyPr/>
          <a:lstStyle/>
          <a:p>
            <a:r>
              <a:rPr lang="en-GB"/>
              <a:t>Click to edit Master title style</a:t>
            </a:r>
            <a:endParaRPr lang="en-SE"/>
          </a:p>
        </p:txBody>
      </p:sp>
      <p:sp>
        <p:nvSpPr>
          <p:cNvPr id="3" name="Text Placeholder 2">
            <a:extLst>
              <a:ext uri="{FF2B5EF4-FFF2-40B4-BE49-F238E27FC236}">
                <a16:creationId xmlns:a16="http://schemas.microsoft.com/office/drawing/2014/main" id="{7D593D15-51BE-91D0-59F5-EE7DAA3700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C391E86-F4B4-4D96-B3D4-9498726029A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Text Placeholder 4">
            <a:extLst>
              <a:ext uri="{FF2B5EF4-FFF2-40B4-BE49-F238E27FC236}">
                <a16:creationId xmlns:a16="http://schemas.microsoft.com/office/drawing/2014/main" id="{FCF0E78C-B982-CD85-6805-EF06C86733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3CB74E6-9824-E0E8-FB0B-EDE51741BC6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7" name="Date Placeholder 6">
            <a:extLst>
              <a:ext uri="{FF2B5EF4-FFF2-40B4-BE49-F238E27FC236}">
                <a16:creationId xmlns:a16="http://schemas.microsoft.com/office/drawing/2014/main" id="{2EA37117-813D-C004-7FD7-53283CB2A5BB}"/>
              </a:ext>
            </a:extLst>
          </p:cNvPr>
          <p:cNvSpPr>
            <a:spLocks noGrp="1"/>
          </p:cNvSpPr>
          <p:nvPr>
            <p:ph type="dt" sz="half" idx="10"/>
          </p:nvPr>
        </p:nvSpPr>
        <p:spPr/>
        <p:txBody>
          <a:bodyPr/>
          <a:lstStyle/>
          <a:p>
            <a:fld id="{224D432A-C977-C842-91FF-96EC176D3F20}" type="datetimeFigureOut">
              <a:rPr lang="en-SE" smtClean="0"/>
              <a:t>03/24/2026</a:t>
            </a:fld>
            <a:endParaRPr lang="en-SE"/>
          </a:p>
        </p:txBody>
      </p:sp>
      <p:sp>
        <p:nvSpPr>
          <p:cNvPr id="8" name="Footer Placeholder 7">
            <a:extLst>
              <a:ext uri="{FF2B5EF4-FFF2-40B4-BE49-F238E27FC236}">
                <a16:creationId xmlns:a16="http://schemas.microsoft.com/office/drawing/2014/main" id="{883840E6-E617-2E59-0623-E0F101EA051B}"/>
              </a:ext>
            </a:extLst>
          </p:cNvPr>
          <p:cNvSpPr>
            <a:spLocks noGrp="1"/>
          </p:cNvSpPr>
          <p:nvPr>
            <p:ph type="ftr" sz="quarter" idx="11"/>
          </p:nvPr>
        </p:nvSpPr>
        <p:spPr/>
        <p:txBody>
          <a:bodyPr/>
          <a:lstStyle/>
          <a:p>
            <a:endParaRPr lang="en-SE"/>
          </a:p>
        </p:txBody>
      </p:sp>
      <p:sp>
        <p:nvSpPr>
          <p:cNvPr id="9" name="Slide Number Placeholder 8">
            <a:extLst>
              <a:ext uri="{FF2B5EF4-FFF2-40B4-BE49-F238E27FC236}">
                <a16:creationId xmlns:a16="http://schemas.microsoft.com/office/drawing/2014/main" id="{C9D1C534-E796-9BA1-E66A-675B61E1B2D1}"/>
              </a:ext>
            </a:extLst>
          </p:cNvPr>
          <p:cNvSpPr>
            <a:spLocks noGrp="1"/>
          </p:cNvSpPr>
          <p:nvPr>
            <p:ph type="sldNum" sz="quarter" idx="12"/>
          </p:nvPr>
        </p:nvSpPr>
        <p:spPr/>
        <p:txBody>
          <a:bodyPr/>
          <a:lstStyle/>
          <a:p>
            <a:fld id="{7BDC54B4-5ACD-4842-83D0-23E15DC35E4B}" type="slidenum">
              <a:rPr lang="en-SE" smtClean="0"/>
              <a:t>‹#›</a:t>
            </a:fld>
            <a:endParaRPr lang="en-SE"/>
          </a:p>
        </p:txBody>
      </p:sp>
    </p:spTree>
    <p:extLst>
      <p:ext uri="{BB962C8B-B14F-4D97-AF65-F5344CB8AC3E}">
        <p14:creationId xmlns:p14="http://schemas.microsoft.com/office/powerpoint/2010/main" val="842312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00D25-7D11-D586-2C90-728F4C1BFDE0}"/>
              </a:ext>
            </a:extLst>
          </p:cNvPr>
          <p:cNvSpPr>
            <a:spLocks noGrp="1"/>
          </p:cNvSpPr>
          <p:nvPr>
            <p:ph type="title"/>
          </p:nvPr>
        </p:nvSpPr>
        <p:spPr/>
        <p:txBody>
          <a:bodyPr/>
          <a:lstStyle/>
          <a:p>
            <a:r>
              <a:rPr lang="en-GB"/>
              <a:t>Click to edit Master title style</a:t>
            </a:r>
            <a:endParaRPr lang="en-SE"/>
          </a:p>
        </p:txBody>
      </p:sp>
      <p:sp>
        <p:nvSpPr>
          <p:cNvPr id="3" name="Date Placeholder 2">
            <a:extLst>
              <a:ext uri="{FF2B5EF4-FFF2-40B4-BE49-F238E27FC236}">
                <a16:creationId xmlns:a16="http://schemas.microsoft.com/office/drawing/2014/main" id="{6486D18B-228E-7B16-132A-63D381966831}"/>
              </a:ext>
            </a:extLst>
          </p:cNvPr>
          <p:cNvSpPr>
            <a:spLocks noGrp="1"/>
          </p:cNvSpPr>
          <p:nvPr>
            <p:ph type="dt" sz="half" idx="10"/>
          </p:nvPr>
        </p:nvSpPr>
        <p:spPr/>
        <p:txBody>
          <a:bodyPr/>
          <a:lstStyle/>
          <a:p>
            <a:fld id="{224D432A-C977-C842-91FF-96EC176D3F20}" type="datetimeFigureOut">
              <a:rPr lang="en-SE" smtClean="0"/>
              <a:t>03/24/2026</a:t>
            </a:fld>
            <a:endParaRPr lang="en-SE"/>
          </a:p>
        </p:txBody>
      </p:sp>
      <p:sp>
        <p:nvSpPr>
          <p:cNvPr id="4" name="Footer Placeholder 3">
            <a:extLst>
              <a:ext uri="{FF2B5EF4-FFF2-40B4-BE49-F238E27FC236}">
                <a16:creationId xmlns:a16="http://schemas.microsoft.com/office/drawing/2014/main" id="{ED3D2697-2C34-EC04-0912-F1E728A841B9}"/>
              </a:ext>
            </a:extLst>
          </p:cNvPr>
          <p:cNvSpPr>
            <a:spLocks noGrp="1"/>
          </p:cNvSpPr>
          <p:nvPr>
            <p:ph type="ftr" sz="quarter" idx="11"/>
          </p:nvPr>
        </p:nvSpPr>
        <p:spPr/>
        <p:txBody>
          <a:bodyPr/>
          <a:lstStyle/>
          <a:p>
            <a:endParaRPr lang="en-SE"/>
          </a:p>
        </p:txBody>
      </p:sp>
      <p:sp>
        <p:nvSpPr>
          <p:cNvPr id="5" name="Slide Number Placeholder 4">
            <a:extLst>
              <a:ext uri="{FF2B5EF4-FFF2-40B4-BE49-F238E27FC236}">
                <a16:creationId xmlns:a16="http://schemas.microsoft.com/office/drawing/2014/main" id="{D8F2F701-4F4B-83C4-4C36-B1104894405E}"/>
              </a:ext>
            </a:extLst>
          </p:cNvPr>
          <p:cNvSpPr>
            <a:spLocks noGrp="1"/>
          </p:cNvSpPr>
          <p:nvPr>
            <p:ph type="sldNum" sz="quarter" idx="12"/>
          </p:nvPr>
        </p:nvSpPr>
        <p:spPr/>
        <p:txBody>
          <a:bodyPr/>
          <a:lstStyle/>
          <a:p>
            <a:fld id="{7BDC54B4-5ACD-4842-83D0-23E15DC35E4B}" type="slidenum">
              <a:rPr lang="en-SE" smtClean="0"/>
              <a:t>‹#›</a:t>
            </a:fld>
            <a:endParaRPr lang="en-SE"/>
          </a:p>
        </p:txBody>
      </p:sp>
    </p:spTree>
    <p:extLst>
      <p:ext uri="{BB962C8B-B14F-4D97-AF65-F5344CB8AC3E}">
        <p14:creationId xmlns:p14="http://schemas.microsoft.com/office/powerpoint/2010/main" val="202060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F66363-A80E-2A4A-9343-BB1518EF5E74}"/>
              </a:ext>
            </a:extLst>
          </p:cNvPr>
          <p:cNvSpPr>
            <a:spLocks noGrp="1"/>
          </p:cNvSpPr>
          <p:nvPr>
            <p:ph type="dt" sz="half" idx="10"/>
          </p:nvPr>
        </p:nvSpPr>
        <p:spPr/>
        <p:txBody>
          <a:bodyPr/>
          <a:lstStyle/>
          <a:p>
            <a:fld id="{224D432A-C977-C842-91FF-96EC176D3F20}" type="datetimeFigureOut">
              <a:rPr lang="en-SE" smtClean="0"/>
              <a:t>03/24/2026</a:t>
            </a:fld>
            <a:endParaRPr lang="en-SE"/>
          </a:p>
        </p:txBody>
      </p:sp>
      <p:sp>
        <p:nvSpPr>
          <p:cNvPr id="3" name="Footer Placeholder 2">
            <a:extLst>
              <a:ext uri="{FF2B5EF4-FFF2-40B4-BE49-F238E27FC236}">
                <a16:creationId xmlns:a16="http://schemas.microsoft.com/office/drawing/2014/main" id="{C4E0F670-42FD-125C-CDDA-75C6AA7AAC6F}"/>
              </a:ext>
            </a:extLst>
          </p:cNvPr>
          <p:cNvSpPr>
            <a:spLocks noGrp="1"/>
          </p:cNvSpPr>
          <p:nvPr>
            <p:ph type="ftr" sz="quarter" idx="11"/>
          </p:nvPr>
        </p:nvSpPr>
        <p:spPr/>
        <p:txBody>
          <a:bodyPr/>
          <a:lstStyle/>
          <a:p>
            <a:endParaRPr lang="en-SE"/>
          </a:p>
        </p:txBody>
      </p:sp>
      <p:sp>
        <p:nvSpPr>
          <p:cNvPr id="4" name="Slide Number Placeholder 3">
            <a:extLst>
              <a:ext uri="{FF2B5EF4-FFF2-40B4-BE49-F238E27FC236}">
                <a16:creationId xmlns:a16="http://schemas.microsoft.com/office/drawing/2014/main" id="{1E310F7C-6423-DF60-CAB4-F57D2406E842}"/>
              </a:ext>
            </a:extLst>
          </p:cNvPr>
          <p:cNvSpPr>
            <a:spLocks noGrp="1"/>
          </p:cNvSpPr>
          <p:nvPr>
            <p:ph type="sldNum" sz="quarter" idx="12"/>
          </p:nvPr>
        </p:nvSpPr>
        <p:spPr/>
        <p:txBody>
          <a:bodyPr/>
          <a:lstStyle/>
          <a:p>
            <a:fld id="{7BDC54B4-5ACD-4842-83D0-23E15DC35E4B}" type="slidenum">
              <a:rPr lang="en-SE" smtClean="0"/>
              <a:t>‹#›</a:t>
            </a:fld>
            <a:endParaRPr lang="en-SE"/>
          </a:p>
        </p:txBody>
      </p:sp>
    </p:spTree>
    <p:extLst>
      <p:ext uri="{BB962C8B-B14F-4D97-AF65-F5344CB8AC3E}">
        <p14:creationId xmlns:p14="http://schemas.microsoft.com/office/powerpoint/2010/main" val="928408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67B40-B0E2-1500-0E10-E1DC925FD2A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Content Placeholder 2">
            <a:extLst>
              <a:ext uri="{FF2B5EF4-FFF2-40B4-BE49-F238E27FC236}">
                <a16:creationId xmlns:a16="http://schemas.microsoft.com/office/drawing/2014/main" id="{8F987929-7028-59E8-FF3F-11E1D14026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Text Placeholder 3">
            <a:extLst>
              <a:ext uri="{FF2B5EF4-FFF2-40B4-BE49-F238E27FC236}">
                <a16:creationId xmlns:a16="http://schemas.microsoft.com/office/drawing/2014/main" id="{03393D02-3E24-7FC5-CDD5-DBDBFF9FE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201BDE2-AB5A-3A73-C4E8-1616F1F8339E}"/>
              </a:ext>
            </a:extLst>
          </p:cNvPr>
          <p:cNvSpPr>
            <a:spLocks noGrp="1"/>
          </p:cNvSpPr>
          <p:nvPr>
            <p:ph type="dt" sz="half" idx="10"/>
          </p:nvPr>
        </p:nvSpPr>
        <p:spPr/>
        <p:txBody>
          <a:bodyPr/>
          <a:lstStyle/>
          <a:p>
            <a:fld id="{224D432A-C977-C842-91FF-96EC176D3F20}" type="datetimeFigureOut">
              <a:rPr lang="en-SE" smtClean="0"/>
              <a:t>03/24/2026</a:t>
            </a:fld>
            <a:endParaRPr lang="en-SE"/>
          </a:p>
        </p:txBody>
      </p:sp>
      <p:sp>
        <p:nvSpPr>
          <p:cNvPr id="6" name="Footer Placeholder 5">
            <a:extLst>
              <a:ext uri="{FF2B5EF4-FFF2-40B4-BE49-F238E27FC236}">
                <a16:creationId xmlns:a16="http://schemas.microsoft.com/office/drawing/2014/main" id="{AE8F8ED9-C036-16C3-7EB7-4F30AF43BB25}"/>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9CDA8A8D-AD9C-D153-37C4-FA505ED6D45D}"/>
              </a:ext>
            </a:extLst>
          </p:cNvPr>
          <p:cNvSpPr>
            <a:spLocks noGrp="1"/>
          </p:cNvSpPr>
          <p:nvPr>
            <p:ph type="sldNum" sz="quarter" idx="12"/>
          </p:nvPr>
        </p:nvSpPr>
        <p:spPr/>
        <p:txBody>
          <a:bodyPr/>
          <a:lstStyle/>
          <a:p>
            <a:fld id="{7BDC54B4-5ACD-4842-83D0-23E15DC35E4B}" type="slidenum">
              <a:rPr lang="en-SE" smtClean="0"/>
              <a:t>‹#›</a:t>
            </a:fld>
            <a:endParaRPr lang="en-SE"/>
          </a:p>
        </p:txBody>
      </p:sp>
    </p:spTree>
    <p:extLst>
      <p:ext uri="{BB962C8B-B14F-4D97-AF65-F5344CB8AC3E}">
        <p14:creationId xmlns:p14="http://schemas.microsoft.com/office/powerpoint/2010/main" val="3895279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7EA58-89F1-D474-206F-F32584533F4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Picture Placeholder 2">
            <a:extLst>
              <a:ext uri="{FF2B5EF4-FFF2-40B4-BE49-F238E27FC236}">
                <a16:creationId xmlns:a16="http://schemas.microsoft.com/office/drawing/2014/main" id="{759BFBAB-23F4-9219-DD6A-C6029E63D5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Text Placeholder 3">
            <a:extLst>
              <a:ext uri="{FF2B5EF4-FFF2-40B4-BE49-F238E27FC236}">
                <a16:creationId xmlns:a16="http://schemas.microsoft.com/office/drawing/2014/main" id="{1B8F92B8-56CD-8E23-0507-EC734081B3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2B44CDB-E1A4-3297-6A79-E198E7592706}"/>
              </a:ext>
            </a:extLst>
          </p:cNvPr>
          <p:cNvSpPr>
            <a:spLocks noGrp="1"/>
          </p:cNvSpPr>
          <p:nvPr>
            <p:ph type="dt" sz="half" idx="10"/>
          </p:nvPr>
        </p:nvSpPr>
        <p:spPr/>
        <p:txBody>
          <a:bodyPr/>
          <a:lstStyle/>
          <a:p>
            <a:fld id="{224D432A-C977-C842-91FF-96EC176D3F20}" type="datetimeFigureOut">
              <a:rPr lang="en-SE" smtClean="0"/>
              <a:t>03/24/2026</a:t>
            </a:fld>
            <a:endParaRPr lang="en-SE"/>
          </a:p>
        </p:txBody>
      </p:sp>
      <p:sp>
        <p:nvSpPr>
          <p:cNvPr id="6" name="Footer Placeholder 5">
            <a:extLst>
              <a:ext uri="{FF2B5EF4-FFF2-40B4-BE49-F238E27FC236}">
                <a16:creationId xmlns:a16="http://schemas.microsoft.com/office/drawing/2014/main" id="{1EE061B4-1EF1-2BAE-BF96-D071708E54CA}"/>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5FAD4EFF-727C-1E50-3DC6-23782B0CA2DE}"/>
              </a:ext>
            </a:extLst>
          </p:cNvPr>
          <p:cNvSpPr>
            <a:spLocks noGrp="1"/>
          </p:cNvSpPr>
          <p:nvPr>
            <p:ph type="sldNum" sz="quarter" idx="12"/>
          </p:nvPr>
        </p:nvSpPr>
        <p:spPr/>
        <p:txBody>
          <a:bodyPr/>
          <a:lstStyle/>
          <a:p>
            <a:fld id="{7BDC54B4-5ACD-4842-83D0-23E15DC35E4B}" type="slidenum">
              <a:rPr lang="en-SE" smtClean="0"/>
              <a:t>‹#›</a:t>
            </a:fld>
            <a:endParaRPr lang="en-SE"/>
          </a:p>
        </p:txBody>
      </p:sp>
    </p:spTree>
    <p:extLst>
      <p:ext uri="{BB962C8B-B14F-4D97-AF65-F5344CB8AC3E}">
        <p14:creationId xmlns:p14="http://schemas.microsoft.com/office/powerpoint/2010/main" val="2730820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40336-3D56-43FC-4272-2DF5F7B633D9}"/>
              </a:ext>
            </a:extLst>
          </p:cNvPr>
          <p:cNvSpPr>
            <a:spLocks noGrp="1"/>
          </p:cNvSpPr>
          <p:nvPr>
            <p:ph type="title"/>
          </p:nvPr>
        </p:nvSpPr>
        <p:spPr/>
        <p:txBody>
          <a:bodyPr/>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1EBDA115-0D76-B429-9717-83CC3B5C1E9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59FFCC84-9C5C-1AD8-B328-8C5CF174E48D}"/>
              </a:ext>
            </a:extLst>
          </p:cNvPr>
          <p:cNvSpPr>
            <a:spLocks noGrp="1"/>
          </p:cNvSpPr>
          <p:nvPr>
            <p:ph type="dt" sz="half" idx="10"/>
          </p:nvPr>
        </p:nvSpPr>
        <p:spPr/>
        <p:txBody>
          <a:bodyPr/>
          <a:lstStyle/>
          <a:p>
            <a:fld id="{224D432A-C977-C842-91FF-96EC176D3F20}" type="datetimeFigureOut">
              <a:rPr lang="en-SE" smtClean="0"/>
              <a:t>03/24/2026</a:t>
            </a:fld>
            <a:endParaRPr lang="en-SE"/>
          </a:p>
        </p:txBody>
      </p:sp>
      <p:sp>
        <p:nvSpPr>
          <p:cNvPr id="5" name="Footer Placeholder 4">
            <a:extLst>
              <a:ext uri="{FF2B5EF4-FFF2-40B4-BE49-F238E27FC236}">
                <a16:creationId xmlns:a16="http://schemas.microsoft.com/office/drawing/2014/main" id="{47F5DB26-678A-7AF5-F944-EC825CDA5BE3}"/>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6D0E9877-C55E-5409-C662-6B63813FE4A4}"/>
              </a:ext>
            </a:extLst>
          </p:cNvPr>
          <p:cNvSpPr>
            <a:spLocks noGrp="1"/>
          </p:cNvSpPr>
          <p:nvPr>
            <p:ph type="sldNum" sz="quarter" idx="12"/>
          </p:nvPr>
        </p:nvSpPr>
        <p:spPr/>
        <p:txBody>
          <a:bodyPr/>
          <a:lstStyle/>
          <a:p>
            <a:fld id="{7BDC54B4-5ACD-4842-83D0-23E15DC35E4B}" type="slidenum">
              <a:rPr lang="en-SE" smtClean="0"/>
              <a:t>‹#›</a:t>
            </a:fld>
            <a:endParaRPr lang="en-SE"/>
          </a:p>
        </p:txBody>
      </p:sp>
    </p:spTree>
    <p:extLst>
      <p:ext uri="{BB962C8B-B14F-4D97-AF65-F5344CB8AC3E}">
        <p14:creationId xmlns:p14="http://schemas.microsoft.com/office/powerpoint/2010/main" val="797019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8B1BC1-5EAC-AFB4-1B80-D1435ADFA4C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652C544A-D0B1-20A6-2974-8C2DBFCD9D6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AB1BD732-A593-00A4-A9E5-363C4743A7A6}"/>
              </a:ext>
            </a:extLst>
          </p:cNvPr>
          <p:cNvSpPr>
            <a:spLocks noGrp="1"/>
          </p:cNvSpPr>
          <p:nvPr>
            <p:ph type="dt" sz="half" idx="10"/>
          </p:nvPr>
        </p:nvSpPr>
        <p:spPr/>
        <p:txBody>
          <a:bodyPr/>
          <a:lstStyle/>
          <a:p>
            <a:fld id="{224D432A-C977-C842-91FF-96EC176D3F20}" type="datetimeFigureOut">
              <a:rPr lang="en-SE" smtClean="0"/>
              <a:t>03/24/2026</a:t>
            </a:fld>
            <a:endParaRPr lang="en-SE"/>
          </a:p>
        </p:txBody>
      </p:sp>
      <p:sp>
        <p:nvSpPr>
          <p:cNvPr id="5" name="Footer Placeholder 4">
            <a:extLst>
              <a:ext uri="{FF2B5EF4-FFF2-40B4-BE49-F238E27FC236}">
                <a16:creationId xmlns:a16="http://schemas.microsoft.com/office/drawing/2014/main" id="{1F3818AB-CF1F-B1AB-03E9-BA51A4BF9EC2}"/>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F2DFDD24-B470-1293-EE28-8DF49088C54B}"/>
              </a:ext>
            </a:extLst>
          </p:cNvPr>
          <p:cNvSpPr>
            <a:spLocks noGrp="1"/>
          </p:cNvSpPr>
          <p:nvPr>
            <p:ph type="sldNum" sz="quarter" idx="12"/>
          </p:nvPr>
        </p:nvSpPr>
        <p:spPr/>
        <p:txBody>
          <a:bodyPr/>
          <a:lstStyle/>
          <a:p>
            <a:fld id="{7BDC54B4-5ACD-4842-83D0-23E15DC35E4B}" type="slidenum">
              <a:rPr lang="en-SE" smtClean="0"/>
              <a:t>‹#›</a:t>
            </a:fld>
            <a:endParaRPr lang="en-SE"/>
          </a:p>
        </p:txBody>
      </p:sp>
    </p:spTree>
    <p:extLst>
      <p:ext uri="{BB962C8B-B14F-4D97-AF65-F5344CB8AC3E}">
        <p14:creationId xmlns:p14="http://schemas.microsoft.com/office/powerpoint/2010/main" val="2206295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548306-D053-D533-DE28-3B272B073E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SE"/>
          </a:p>
        </p:txBody>
      </p:sp>
      <p:sp>
        <p:nvSpPr>
          <p:cNvPr id="3" name="Text Placeholder 2">
            <a:extLst>
              <a:ext uri="{FF2B5EF4-FFF2-40B4-BE49-F238E27FC236}">
                <a16:creationId xmlns:a16="http://schemas.microsoft.com/office/drawing/2014/main" id="{6DF59FC6-EB0D-1A5A-B21D-979F4D52D3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444258C6-9E78-4953-2F85-6374FF5591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4D432A-C977-C842-91FF-96EC176D3F20}" type="datetimeFigureOut">
              <a:rPr lang="en-SE" smtClean="0"/>
              <a:t>03/24/2026</a:t>
            </a:fld>
            <a:endParaRPr lang="en-SE"/>
          </a:p>
        </p:txBody>
      </p:sp>
      <p:sp>
        <p:nvSpPr>
          <p:cNvPr id="5" name="Footer Placeholder 4">
            <a:extLst>
              <a:ext uri="{FF2B5EF4-FFF2-40B4-BE49-F238E27FC236}">
                <a16:creationId xmlns:a16="http://schemas.microsoft.com/office/drawing/2014/main" id="{32097176-08CE-7ECB-FCE0-483CD2CE36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Slide Number Placeholder 5">
            <a:extLst>
              <a:ext uri="{FF2B5EF4-FFF2-40B4-BE49-F238E27FC236}">
                <a16:creationId xmlns:a16="http://schemas.microsoft.com/office/drawing/2014/main" id="{02636414-3B0F-1665-B33A-1FD3D1D0F9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DC54B4-5ACD-4842-83D0-23E15DC35E4B}" type="slidenum">
              <a:rPr lang="en-SE" smtClean="0"/>
              <a:t>‹#›</a:t>
            </a:fld>
            <a:endParaRPr lang="en-SE"/>
          </a:p>
        </p:txBody>
      </p:sp>
    </p:spTree>
    <p:extLst>
      <p:ext uri="{BB962C8B-B14F-4D97-AF65-F5344CB8AC3E}">
        <p14:creationId xmlns:p14="http://schemas.microsoft.com/office/powerpoint/2010/main" val="7576385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slide" Target="slide7.xml"/><Relationship Id="rId26" Type="http://schemas.openxmlformats.org/officeDocument/2006/relationships/slide" Target="slide9.xml"/><Relationship Id="rId3" Type="http://schemas.openxmlformats.org/officeDocument/2006/relationships/image" Target="../media/image1.png"/><Relationship Id="rId21" Type="http://schemas.openxmlformats.org/officeDocument/2006/relationships/image" Target="../media/image15.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3.png"/><Relationship Id="rId25" Type="http://schemas.openxmlformats.org/officeDocument/2006/relationships/image" Target="../media/image17.png"/><Relationship Id="rId2" Type="http://schemas.openxmlformats.org/officeDocument/2006/relationships/notesSlide" Target="../notesSlides/notesSlide1.xml"/><Relationship Id="rId16" Type="http://schemas.openxmlformats.org/officeDocument/2006/relationships/slide" Target="slide5.xml"/><Relationship Id="rId20" Type="http://schemas.openxmlformats.org/officeDocument/2006/relationships/slide" Target="slide4.xml"/><Relationship Id="rId29"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slide" Target="slide6.xml"/><Relationship Id="rId5" Type="http://schemas.openxmlformats.org/officeDocument/2006/relationships/image" Target="../media/image3.png"/><Relationship Id="rId15" Type="http://schemas.openxmlformats.org/officeDocument/2006/relationships/image" Target="../media/image12.png"/><Relationship Id="rId23" Type="http://schemas.openxmlformats.org/officeDocument/2006/relationships/image" Target="../media/image16.png"/><Relationship Id="rId28" Type="http://schemas.openxmlformats.org/officeDocument/2006/relationships/slide" Target="slide2.xml"/><Relationship Id="rId10" Type="http://schemas.openxmlformats.org/officeDocument/2006/relationships/image" Target="../media/image8.png"/><Relationship Id="rId19" Type="http://schemas.openxmlformats.org/officeDocument/2006/relationships/image" Target="../media/image14.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slide" Target="slide8.xml"/><Relationship Id="rId22" Type="http://schemas.openxmlformats.org/officeDocument/2006/relationships/slide" Target="slide3.xml"/><Relationship Id="rId27" Type="http://schemas.openxmlformats.org/officeDocument/2006/relationships/image" Target="../media/image18.png"/></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slide" Target="slide2.xml"/><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slide" Target="slide3.xml"/><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slide" Target="slide4.xml"/><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slide" Target="slide5.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slide" Target="slide6.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slide" Target="slide7.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slide" Target="slide8.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slide" Target="slide9.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09A61-8A55-FE3C-084D-F4DAEC8136B3}"/>
            </a:ext>
          </a:extLst>
        </p:cNvPr>
        <p:cNvGrpSpPr/>
        <p:nvPr/>
      </p:nvGrpSpPr>
      <p:grpSpPr>
        <a:xfrm>
          <a:off x="0" y="0"/>
          <a:ext cx="0" cy="0"/>
          <a:chOff x="0" y="0"/>
          <a:chExt cx="0" cy="0"/>
        </a:xfrm>
      </p:grpSpPr>
      <p:pic>
        <p:nvPicPr>
          <p:cNvPr id="12" name="Picture 11" descr="A white circle with black border&#10;&#10;AI-generated content may be incorrect.">
            <a:extLst>
              <a:ext uri="{FF2B5EF4-FFF2-40B4-BE49-F238E27FC236}">
                <a16:creationId xmlns:a16="http://schemas.microsoft.com/office/drawing/2014/main" id="{B9BA0084-5CAF-F9E3-31F0-AE606E1B6032}"/>
              </a:ext>
            </a:extLst>
          </p:cNvPr>
          <p:cNvPicPr>
            <a:picLocks noChangeAspect="1"/>
          </p:cNvPicPr>
          <p:nvPr/>
        </p:nvPicPr>
        <p:blipFill>
          <a:blip r:embed="rId3"/>
          <a:stretch>
            <a:fillRect/>
          </a:stretch>
        </p:blipFill>
        <p:spPr>
          <a:xfrm>
            <a:off x="3650911" y="1324180"/>
            <a:ext cx="4952702" cy="4952701"/>
          </a:xfrm>
          <a:prstGeom prst="rect">
            <a:avLst/>
          </a:prstGeom>
        </p:spPr>
      </p:pic>
      <p:pic>
        <p:nvPicPr>
          <p:cNvPr id="14" name="Picture 13">
            <a:extLst>
              <a:ext uri="{FF2B5EF4-FFF2-40B4-BE49-F238E27FC236}">
                <a16:creationId xmlns:a16="http://schemas.microsoft.com/office/drawing/2014/main" id="{F1767D7F-BD66-6BB0-9522-336A1C834D38}"/>
              </a:ext>
            </a:extLst>
          </p:cNvPr>
          <p:cNvPicPr>
            <a:picLocks noChangeAspect="1"/>
          </p:cNvPicPr>
          <p:nvPr/>
        </p:nvPicPr>
        <p:blipFill>
          <a:blip r:embed="rId4"/>
          <a:srcRect/>
          <a:stretch/>
        </p:blipFill>
        <p:spPr>
          <a:xfrm>
            <a:off x="4630892" y="2327794"/>
            <a:ext cx="2930218" cy="2759459"/>
          </a:xfrm>
          <a:prstGeom prst="rect">
            <a:avLst/>
          </a:prstGeom>
        </p:spPr>
      </p:pic>
      <p:pic>
        <p:nvPicPr>
          <p:cNvPr id="4" name="Picture 3">
            <a:extLst>
              <a:ext uri="{FF2B5EF4-FFF2-40B4-BE49-F238E27FC236}">
                <a16:creationId xmlns:a16="http://schemas.microsoft.com/office/drawing/2014/main" id="{FE9F85C2-3C43-3482-1436-8EEEDE467459}"/>
              </a:ext>
            </a:extLst>
          </p:cNvPr>
          <p:cNvPicPr>
            <a:picLocks noChangeAspect="1"/>
          </p:cNvPicPr>
          <p:nvPr/>
        </p:nvPicPr>
        <p:blipFill>
          <a:blip r:embed="rId5"/>
          <a:srcRect/>
          <a:stretch/>
        </p:blipFill>
        <p:spPr>
          <a:xfrm>
            <a:off x="8343248" y="2549084"/>
            <a:ext cx="3639103" cy="1184541"/>
          </a:xfrm>
          <a:prstGeom prst="rect">
            <a:avLst/>
          </a:prstGeom>
        </p:spPr>
      </p:pic>
      <p:pic>
        <p:nvPicPr>
          <p:cNvPr id="5" name="Picture 4">
            <a:extLst>
              <a:ext uri="{FF2B5EF4-FFF2-40B4-BE49-F238E27FC236}">
                <a16:creationId xmlns:a16="http://schemas.microsoft.com/office/drawing/2014/main" id="{43094A58-606A-4BB1-98F9-BDE50AC8F729}"/>
              </a:ext>
            </a:extLst>
          </p:cNvPr>
          <p:cNvPicPr>
            <a:picLocks noChangeAspect="1"/>
          </p:cNvPicPr>
          <p:nvPr/>
        </p:nvPicPr>
        <p:blipFill>
          <a:blip r:embed="rId6"/>
          <a:srcRect/>
          <a:stretch/>
        </p:blipFill>
        <p:spPr>
          <a:xfrm>
            <a:off x="209655" y="2549084"/>
            <a:ext cx="3639099" cy="1184541"/>
          </a:xfrm>
          <a:prstGeom prst="rect">
            <a:avLst/>
          </a:prstGeom>
        </p:spPr>
      </p:pic>
      <p:pic>
        <p:nvPicPr>
          <p:cNvPr id="6" name="Picture 5">
            <a:extLst>
              <a:ext uri="{FF2B5EF4-FFF2-40B4-BE49-F238E27FC236}">
                <a16:creationId xmlns:a16="http://schemas.microsoft.com/office/drawing/2014/main" id="{676DF3EE-8CF9-1A14-84E7-EC17D31019C1}"/>
              </a:ext>
            </a:extLst>
          </p:cNvPr>
          <p:cNvPicPr>
            <a:picLocks noChangeAspect="1"/>
          </p:cNvPicPr>
          <p:nvPr/>
        </p:nvPicPr>
        <p:blipFill>
          <a:blip r:embed="rId7"/>
          <a:srcRect/>
          <a:stretch/>
        </p:blipFill>
        <p:spPr>
          <a:xfrm>
            <a:off x="209649" y="3923072"/>
            <a:ext cx="3654082" cy="1189415"/>
          </a:xfrm>
          <a:prstGeom prst="rect">
            <a:avLst/>
          </a:prstGeom>
        </p:spPr>
      </p:pic>
      <p:pic>
        <p:nvPicPr>
          <p:cNvPr id="7" name="Picture 6">
            <a:extLst>
              <a:ext uri="{FF2B5EF4-FFF2-40B4-BE49-F238E27FC236}">
                <a16:creationId xmlns:a16="http://schemas.microsoft.com/office/drawing/2014/main" id="{92FEF549-51AD-2627-FC5E-ABED8D900290}"/>
              </a:ext>
            </a:extLst>
          </p:cNvPr>
          <p:cNvPicPr>
            <a:picLocks noChangeAspect="1"/>
          </p:cNvPicPr>
          <p:nvPr/>
        </p:nvPicPr>
        <p:blipFill>
          <a:blip r:embed="rId8"/>
          <a:srcRect/>
          <a:stretch/>
        </p:blipFill>
        <p:spPr>
          <a:xfrm>
            <a:off x="7087998" y="1170883"/>
            <a:ext cx="3663743" cy="1192560"/>
          </a:xfrm>
          <a:prstGeom prst="rect">
            <a:avLst/>
          </a:prstGeom>
        </p:spPr>
      </p:pic>
      <p:pic>
        <p:nvPicPr>
          <p:cNvPr id="8" name="Picture 7">
            <a:extLst>
              <a:ext uri="{FF2B5EF4-FFF2-40B4-BE49-F238E27FC236}">
                <a16:creationId xmlns:a16="http://schemas.microsoft.com/office/drawing/2014/main" id="{A9CC33E1-A7B8-4A9A-90FE-4317403DD6A8}"/>
              </a:ext>
            </a:extLst>
          </p:cNvPr>
          <p:cNvPicPr>
            <a:picLocks noChangeAspect="1"/>
          </p:cNvPicPr>
          <p:nvPr/>
        </p:nvPicPr>
        <p:blipFill>
          <a:blip r:embed="rId9"/>
          <a:srcRect/>
          <a:stretch/>
        </p:blipFill>
        <p:spPr>
          <a:xfrm>
            <a:off x="7097672" y="5298200"/>
            <a:ext cx="3654069" cy="1189411"/>
          </a:xfrm>
          <a:prstGeom prst="rect">
            <a:avLst/>
          </a:prstGeom>
        </p:spPr>
      </p:pic>
      <p:pic>
        <p:nvPicPr>
          <p:cNvPr id="9" name="Picture 8">
            <a:extLst>
              <a:ext uri="{FF2B5EF4-FFF2-40B4-BE49-F238E27FC236}">
                <a16:creationId xmlns:a16="http://schemas.microsoft.com/office/drawing/2014/main" id="{BC484A74-5CCD-1FDD-FC6C-570AD4058AD8}"/>
              </a:ext>
            </a:extLst>
          </p:cNvPr>
          <p:cNvPicPr>
            <a:picLocks noChangeAspect="1"/>
          </p:cNvPicPr>
          <p:nvPr/>
        </p:nvPicPr>
        <p:blipFill>
          <a:blip r:embed="rId10"/>
          <a:srcRect/>
          <a:stretch/>
        </p:blipFill>
        <p:spPr>
          <a:xfrm>
            <a:off x="8328281" y="3922441"/>
            <a:ext cx="3654070" cy="1189411"/>
          </a:xfrm>
          <a:prstGeom prst="rect">
            <a:avLst/>
          </a:prstGeom>
        </p:spPr>
      </p:pic>
      <p:pic>
        <p:nvPicPr>
          <p:cNvPr id="11" name="Picture 10">
            <a:extLst>
              <a:ext uri="{FF2B5EF4-FFF2-40B4-BE49-F238E27FC236}">
                <a16:creationId xmlns:a16="http://schemas.microsoft.com/office/drawing/2014/main" id="{F117D68D-CC18-6DDC-25A1-1733DE9959C7}"/>
              </a:ext>
            </a:extLst>
          </p:cNvPr>
          <p:cNvPicPr>
            <a:picLocks noChangeAspect="1"/>
          </p:cNvPicPr>
          <p:nvPr/>
        </p:nvPicPr>
        <p:blipFill>
          <a:blip r:embed="rId11"/>
          <a:srcRect/>
          <a:stretch/>
        </p:blipFill>
        <p:spPr>
          <a:xfrm>
            <a:off x="1355375" y="5297424"/>
            <a:ext cx="3654082" cy="1189415"/>
          </a:xfrm>
          <a:prstGeom prst="rect">
            <a:avLst/>
          </a:prstGeom>
        </p:spPr>
      </p:pic>
      <p:pic>
        <p:nvPicPr>
          <p:cNvPr id="13" name="Picture 12">
            <a:extLst>
              <a:ext uri="{FF2B5EF4-FFF2-40B4-BE49-F238E27FC236}">
                <a16:creationId xmlns:a16="http://schemas.microsoft.com/office/drawing/2014/main" id="{2B0709D4-1A96-06D7-475A-06027C15D1D6}"/>
              </a:ext>
            </a:extLst>
          </p:cNvPr>
          <p:cNvPicPr>
            <a:picLocks noChangeAspect="1"/>
          </p:cNvPicPr>
          <p:nvPr/>
        </p:nvPicPr>
        <p:blipFill>
          <a:blip r:embed="rId12"/>
          <a:srcRect/>
          <a:stretch/>
        </p:blipFill>
        <p:spPr>
          <a:xfrm>
            <a:off x="1355375" y="1170883"/>
            <a:ext cx="3663743" cy="1192560"/>
          </a:xfrm>
          <a:prstGeom prst="rect">
            <a:avLst/>
          </a:prstGeom>
        </p:spPr>
      </p:pic>
      <p:pic>
        <p:nvPicPr>
          <p:cNvPr id="33" name="Picture 32">
            <a:extLst>
              <a:ext uri="{FF2B5EF4-FFF2-40B4-BE49-F238E27FC236}">
                <a16:creationId xmlns:a16="http://schemas.microsoft.com/office/drawing/2014/main" id="{6DBE9002-09A6-F5B8-86CA-7EC9F85CE5D5}"/>
              </a:ext>
            </a:extLst>
          </p:cNvPr>
          <p:cNvPicPr>
            <a:picLocks noChangeAspect="1"/>
          </p:cNvPicPr>
          <p:nvPr/>
        </p:nvPicPr>
        <p:blipFill>
          <a:blip r:embed="rId13"/>
          <a:stretch>
            <a:fillRect/>
          </a:stretch>
        </p:blipFill>
        <p:spPr>
          <a:xfrm>
            <a:off x="3923696" y="478715"/>
            <a:ext cx="4344609" cy="179282"/>
          </a:xfrm>
          <a:prstGeom prst="rect">
            <a:avLst/>
          </a:prstGeom>
        </p:spPr>
      </p:pic>
      <p:pic>
        <p:nvPicPr>
          <p:cNvPr id="15" name="Picture 14">
            <a:hlinkClick r:id="rId14" action="ppaction://hlinksldjump"/>
            <a:extLst>
              <a:ext uri="{FF2B5EF4-FFF2-40B4-BE49-F238E27FC236}">
                <a16:creationId xmlns:a16="http://schemas.microsoft.com/office/drawing/2014/main" id="{58DF214F-24DE-B670-DDBE-F396A6B0B7B6}"/>
              </a:ext>
            </a:extLst>
          </p:cNvPr>
          <p:cNvPicPr>
            <a:picLocks noChangeAspect="1"/>
          </p:cNvPicPr>
          <p:nvPr/>
        </p:nvPicPr>
        <p:blipFill>
          <a:blip r:embed="rId15"/>
          <a:stretch>
            <a:fillRect/>
          </a:stretch>
        </p:blipFill>
        <p:spPr>
          <a:xfrm>
            <a:off x="3255859" y="2546341"/>
            <a:ext cx="1189325" cy="1189325"/>
          </a:xfrm>
          <a:prstGeom prst="rect">
            <a:avLst/>
          </a:prstGeom>
        </p:spPr>
      </p:pic>
      <p:pic>
        <p:nvPicPr>
          <p:cNvPr id="17" name="Picture 16">
            <a:hlinkClick r:id="rId16" action="ppaction://hlinksldjump"/>
            <a:extLst>
              <a:ext uri="{FF2B5EF4-FFF2-40B4-BE49-F238E27FC236}">
                <a16:creationId xmlns:a16="http://schemas.microsoft.com/office/drawing/2014/main" id="{423F733C-8F3E-88BF-DB72-EDB5F11EEE0C}"/>
              </a:ext>
            </a:extLst>
          </p:cNvPr>
          <p:cNvPicPr>
            <a:picLocks noChangeAspect="1"/>
          </p:cNvPicPr>
          <p:nvPr/>
        </p:nvPicPr>
        <p:blipFill>
          <a:blip r:embed="rId17"/>
          <a:stretch>
            <a:fillRect/>
          </a:stretch>
        </p:blipFill>
        <p:spPr>
          <a:xfrm>
            <a:off x="6517078" y="5297516"/>
            <a:ext cx="1189323" cy="1189323"/>
          </a:xfrm>
          <a:prstGeom prst="rect">
            <a:avLst/>
          </a:prstGeom>
        </p:spPr>
      </p:pic>
      <p:pic>
        <p:nvPicPr>
          <p:cNvPr id="19" name="Picture 18">
            <a:hlinkClick r:id="rId18" action="ppaction://hlinksldjump"/>
            <a:extLst>
              <a:ext uri="{FF2B5EF4-FFF2-40B4-BE49-F238E27FC236}">
                <a16:creationId xmlns:a16="http://schemas.microsoft.com/office/drawing/2014/main" id="{A6BED466-C07B-3DA1-9CCF-92CF5CB85C9A}"/>
              </a:ext>
            </a:extLst>
          </p:cNvPr>
          <p:cNvPicPr>
            <a:picLocks noChangeAspect="1"/>
          </p:cNvPicPr>
          <p:nvPr/>
        </p:nvPicPr>
        <p:blipFill>
          <a:blip r:embed="rId19"/>
          <a:stretch>
            <a:fillRect/>
          </a:stretch>
        </p:blipFill>
        <p:spPr>
          <a:xfrm>
            <a:off x="3255860" y="3918317"/>
            <a:ext cx="1189323" cy="1189323"/>
          </a:xfrm>
          <a:prstGeom prst="rect">
            <a:avLst/>
          </a:prstGeom>
        </p:spPr>
      </p:pic>
      <p:pic>
        <p:nvPicPr>
          <p:cNvPr id="21" name="Picture 20">
            <a:hlinkClick r:id="rId20" action="ppaction://hlinksldjump"/>
            <a:extLst>
              <a:ext uri="{FF2B5EF4-FFF2-40B4-BE49-F238E27FC236}">
                <a16:creationId xmlns:a16="http://schemas.microsoft.com/office/drawing/2014/main" id="{96909BEF-6E54-2EF6-094B-D55D842498D7}"/>
              </a:ext>
            </a:extLst>
          </p:cNvPr>
          <p:cNvPicPr>
            <a:picLocks noChangeAspect="1"/>
          </p:cNvPicPr>
          <p:nvPr/>
        </p:nvPicPr>
        <p:blipFill>
          <a:blip r:embed="rId21"/>
          <a:stretch>
            <a:fillRect/>
          </a:stretch>
        </p:blipFill>
        <p:spPr>
          <a:xfrm>
            <a:off x="7711664" y="3918317"/>
            <a:ext cx="1189323" cy="1189323"/>
          </a:xfrm>
          <a:prstGeom prst="rect">
            <a:avLst/>
          </a:prstGeom>
        </p:spPr>
      </p:pic>
      <p:pic>
        <p:nvPicPr>
          <p:cNvPr id="25" name="Picture 24">
            <a:hlinkClick r:id="rId22" action="ppaction://hlinksldjump"/>
            <a:extLst>
              <a:ext uri="{FF2B5EF4-FFF2-40B4-BE49-F238E27FC236}">
                <a16:creationId xmlns:a16="http://schemas.microsoft.com/office/drawing/2014/main" id="{20791812-10DE-BE0A-EB0C-279FDC82DB08}"/>
              </a:ext>
            </a:extLst>
          </p:cNvPr>
          <p:cNvPicPr>
            <a:picLocks noChangeAspect="1"/>
          </p:cNvPicPr>
          <p:nvPr/>
        </p:nvPicPr>
        <p:blipFill>
          <a:blip r:embed="rId23"/>
          <a:stretch>
            <a:fillRect/>
          </a:stretch>
        </p:blipFill>
        <p:spPr>
          <a:xfrm>
            <a:off x="7711664" y="2546342"/>
            <a:ext cx="1189323" cy="1189323"/>
          </a:xfrm>
          <a:prstGeom prst="rect">
            <a:avLst/>
          </a:prstGeom>
        </p:spPr>
      </p:pic>
      <p:pic>
        <p:nvPicPr>
          <p:cNvPr id="28" name="Picture 27">
            <a:hlinkClick r:id="rId24" action="ppaction://hlinksldjump"/>
            <a:extLst>
              <a:ext uri="{FF2B5EF4-FFF2-40B4-BE49-F238E27FC236}">
                <a16:creationId xmlns:a16="http://schemas.microsoft.com/office/drawing/2014/main" id="{C3D574E7-017E-2D2B-26C4-56D17E82ADA0}"/>
              </a:ext>
            </a:extLst>
          </p:cNvPr>
          <p:cNvPicPr>
            <a:picLocks noChangeAspect="1"/>
          </p:cNvPicPr>
          <p:nvPr/>
        </p:nvPicPr>
        <p:blipFill>
          <a:blip r:embed="rId25"/>
          <a:stretch>
            <a:fillRect/>
          </a:stretch>
        </p:blipFill>
        <p:spPr>
          <a:xfrm>
            <a:off x="4423448" y="5297515"/>
            <a:ext cx="1189324" cy="1189324"/>
          </a:xfrm>
          <a:prstGeom prst="rect">
            <a:avLst/>
          </a:prstGeom>
        </p:spPr>
      </p:pic>
      <p:pic>
        <p:nvPicPr>
          <p:cNvPr id="30" name="Picture 29">
            <a:hlinkClick r:id="rId26" action="ppaction://hlinksldjump"/>
            <a:extLst>
              <a:ext uri="{FF2B5EF4-FFF2-40B4-BE49-F238E27FC236}">
                <a16:creationId xmlns:a16="http://schemas.microsoft.com/office/drawing/2014/main" id="{B25899BB-2ADA-3410-5C33-05910D222DB5}"/>
              </a:ext>
            </a:extLst>
          </p:cNvPr>
          <p:cNvPicPr>
            <a:picLocks noChangeAspect="1"/>
          </p:cNvPicPr>
          <p:nvPr/>
        </p:nvPicPr>
        <p:blipFill>
          <a:blip r:embed="rId27"/>
          <a:stretch>
            <a:fillRect/>
          </a:stretch>
        </p:blipFill>
        <p:spPr>
          <a:xfrm>
            <a:off x="4423449" y="1169612"/>
            <a:ext cx="1189323" cy="1189323"/>
          </a:xfrm>
          <a:prstGeom prst="rect">
            <a:avLst/>
          </a:prstGeom>
        </p:spPr>
      </p:pic>
      <p:pic>
        <p:nvPicPr>
          <p:cNvPr id="31" name="Picture 30">
            <a:hlinkClick r:id="rId28" action="ppaction://hlinksldjump"/>
            <a:extLst>
              <a:ext uri="{FF2B5EF4-FFF2-40B4-BE49-F238E27FC236}">
                <a16:creationId xmlns:a16="http://schemas.microsoft.com/office/drawing/2014/main" id="{A5CB7FBE-D539-7A0C-6820-1CFE747F8E29}"/>
              </a:ext>
            </a:extLst>
          </p:cNvPr>
          <p:cNvPicPr>
            <a:picLocks noChangeAspect="1"/>
          </p:cNvPicPr>
          <p:nvPr/>
        </p:nvPicPr>
        <p:blipFill>
          <a:blip r:embed="rId29"/>
          <a:stretch>
            <a:fillRect/>
          </a:stretch>
        </p:blipFill>
        <p:spPr>
          <a:xfrm>
            <a:off x="6517078" y="1169612"/>
            <a:ext cx="1189323" cy="1189323"/>
          </a:xfrm>
          <a:prstGeom prst="rect">
            <a:avLst/>
          </a:prstGeom>
        </p:spPr>
      </p:pic>
    </p:spTree>
    <p:extLst>
      <p:ext uri="{BB962C8B-B14F-4D97-AF65-F5344CB8AC3E}">
        <p14:creationId xmlns:p14="http://schemas.microsoft.com/office/powerpoint/2010/main" val="565435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childTnLst>
                                </p:cTn>
                              </p:par>
                            </p:childTnLst>
                          </p:cTn>
                        </p:par>
                        <p:par>
                          <p:cTn id="8" fill="hold">
                            <p:stCondLst>
                              <p:cond delay="1000"/>
                            </p:stCondLst>
                            <p:childTnLst>
                              <p:par>
                                <p:cTn id="9" presetID="21" presetClass="entr" presetSubtype="1"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30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1000"/>
                                        <p:tgtEl>
                                          <p:spTgt spid="14"/>
                                        </p:tgtEl>
                                      </p:cBhvr>
                                    </p:animEffect>
                                  </p:childTnLst>
                                </p:cTn>
                              </p:par>
                            </p:childTnLst>
                          </p:cTn>
                        </p:par>
                        <p:par>
                          <p:cTn id="16" fill="hold">
                            <p:stCondLst>
                              <p:cond delay="4000"/>
                            </p:stCondLst>
                            <p:childTnLst>
                              <p:par>
                                <p:cTn id="17" presetID="22" presetClass="entr" presetSubtype="8"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par>
                          <p:cTn id="20" fill="hold">
                            <p:stCondLst>
                              <p:cond delay="4500"/>
                            </p:stCondLst>
                            <p:childTnLst>
                              <p:par>
                                <p:cTn id="21" presetID="22" presetClass="entr" presetSubtype="8"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childTnLst>
                          </p:cTn>
                        </p:par>
                        <p:par>
                          <p:cTn id="24" fill="hold">
                            <p:stCondLst>
                              <p:cond delay="5000"/>
                            </p:stCondLst>
                            <p:childTnLst>
                              <p:par>
                                <p:cTn id="25" presetID="22" presetClass="entr" presetSubtype="8"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par>
                          <p:cTn id="28" fill="hold">
                            <p:stCondLst>
                              <p:cond delay="5500"/>
                            </p:stCondLst>
                            <p:childTnLst>
                              <p:par>
                                <p:cTn id="29" presetID="22" presetClass="entr" presetSubtype="8"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childTnLst>
                          </p:cTn>
                        </p:par>
                        <p:par>
                          <p:cTn id="32" fill="hold">
                            <p:stCondLst>
                              <p:cond delay="6000"/>
                            </p:stCondLst>
                            <p:childTnLst>
                              <p:par>
                                <p:cTn id="33" presetID="22" presetClass="entr" presetSubtype="2"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right)">
                                      <p:cBhvr>
                                        <p:cTn id="35" dur="500"/>
                                        <p:tgtEl>
                                          <p:spTgt spid="11"/>
                                        </p:tgtEl>
                                      </p:cBhvr>
                                    </p:animEffect>
                                  </p:childTnLst>
                                </p:cTn>
                              </p:par>
                            </p:childTnLst>
                          </p:cTn>
                        </p:par>
                        <p:par>
                          <p:cTn id="36" fill="hold">
                            <p:stCondLst>
                              <p:cond delay="6500"/>
                            </p:stCondLst>
                            <p:childTnLst>
                              <p:par>
                                <p:cTn id="37" presetID="22" presetClass="entr" presetSubtype="2" fill="hold"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right)">
                                      <p:cBhvr>
                                        <p:cTn id="39" dur="500"/>
                                        <p:tgtEl>
                                          <p:spTgt spid="6"/>
                                        </p:tgtEl>
                                      </p:cBhvr>
                                    </p:animEffect>
                                  </p:childTnLst>
                                </p:cTn>
                              </p:par>
                            </p:childTnLst>
                          </p:cTn>
                        </p:par>
                        <p:par>
                          <p:cTn id="40" fill="hold">
                            <p:stCondLst>
                              <p:cond delay="7000"/>
                            </p:stCondLst>
                            <p:childTnLst>
                              <p:par>
                                <p:cTn id="41" presetID="22" presetClass="entr" presetSubtype="2" fill="hold" nodeType="after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right)">
                                      <p:cBhvr>
                                        <p:cTn id="43" dur="500"/>
                                        <p:tgtEl>
                                          <p:spTgt spid="5"/>
                                        </p:tgtEl>
                                      </p:cBhvr>
                                    </p:animEffect>
                                  </p:childTnLst>
                                </p:cTn>
                              </p:par>
                            </p:childTnLst>
                          </p:cTn>
                        </p:par>
                        <p:par>
                          <p:cTn id="44" fill="hold">
                            <p:stCondLst>
                              <p:cond delay="7500"/>
                            </p:stCondLst>
                            <p:childTnLst>
                              <p:par>
                                <p:cTn id="45" presetID="22" presetClass="entr" presetSubtype="2" fill="hold"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right)">
                                      <p:cBhvr>
                                        <p:cTn id="4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5CA6C-04C7-FD24-0BD4-F0BA94B5547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3376F19-AED5-7590-7446-6C0049A8F1A9}"/>
              </a:ext>
            </a:extLst>
          </p:cNvPr>
          <p:cNvSpPr txBox="1"/>
          <p:nvPr/>
        </p:nvSpPr>
        <p:spPr>
          <a:xfrm>
            <a:off x="1017142" y="262023"/>
            <a:ext cx="4980012" cy="369332"/>
          </a:xfrm>
          <a:prstGeom prst="rect">
            <a:avLst/>
          </a:prstGeom>
          <a:noFill/>
        </p:spPr>
        <p:txBody>
          <a:bodyPr wrap="square" rtlCol="0">
            <a:spAutoFit/>
          </a:bodyPr>
          <a:lstStyle/>
          <a:p>
            <a:r>
              <a:rPr lang="en-GB" b="1">
                <a:solidFill>
                  <a:schemeClr val="bg1"/>
                </a:solidFill>
                <a:effectLst/>
                <a:latin typeface="Scania Office Headline Bold" pitchFamily="2" charset="77"/>
              </a:rPr>
              <a:t>I Align direction via WHY &amp; WHAT</a:t>
            </a:r>
            <a:endParaRPr lang="en-SE" b="1">
              <a:solidFill>
                <a:schemeClr val="bg1"/>
              </a:solidFill>
              <a:latin typeface="Scania Office Headline Bold" pitchFamily="2" charset="77"/>
            </a:endParaRPr>
          </a:p>
        </p:txBody>
      </p:sp>
      <p:pic>
        <p:nvPicPr>
          <p:cNvPr id="3" name="Picture 2">
            <a:extLst>
              <a:ext uri="{FF2B5EF4-FFF2-40B4-BE49-F238E27FC236}">
                <a16:creationId xmlns:a16="http://schemas.microsoft.com/office/drawing/2014/main" id="{08E04B9A-4AEC-4EFE-0F39-2B2BBA18A912}"/>
              </a:ext>
            </a:extLst>
          </p:cNvPr>
          <p:cNvPicPr>
            <a:picLocks noChangeAspect="1"/>
          </p:cNvPicPr>
          <p:nvPr/>
        </p:nvPicPr>
        <p:blipFill>
          <a:blip r:embed="rId2"/>
          <a:srcRect/>
          <a:stretch/>
        </p:blipFill>
        <p:spPr>
          <a:xfrm>
            <a:off x="111511" y="111510"/>
            <a:ext cx="10980921" cy="761054"/>
          </a:xfrm>
          <a:prstGeom prst="rect">
            <a:avLst/>
          </a:prstGeom>
        </p:spPr>
      </p:pic>
      <p:pic>
        <p:nvPicPr>
          <p:cNvPr id="5" name="Picture 4">
            <a:hlinkClick r:id="rId3" action="ppaction://hlinksldjump"/>
            <a:extLst>
              <a:ext uri="{FF2B5EF4-FFF2-40B4-BE49-F238E27FC236}">
                <a16:creationId xmlns:a16="http://schemas.microsoft.com/office/drawing/2014/main" id="{7BC4DD6E-087D-36D0-EF2F-59192F450B8C}"/>
              </a:ext>
            </a:extLst>
          </p:cNvPr>
          <p:cNvPicPr>
            <a:picLocks noChangeAspect="1"/>
          </p:cNvPicPr>
          <p:nvPr/>
        </p:nvPicPr>
        <p:blipFill>
          <a:blip r:embed="rId4"/>
          <a:stretch>
            <a:fillRect/>
          </a:stretch>
        </p:blipFill>
        <p:spPr>
          <a:xfrm>
            <a:off x="11344753" y="110833"/>
            <a:ext cx="756593" cy="756593"/>
          </a:xfrm>
          <a:prstGeom prst="rect">
            <a:avLst/>
          </a:prstGeom>
        </p:spPr>
      </p:pic>
      <p:sp>
        <p:nvSpPr>
          <p:cNvPr id="2" name="TextBox 1">
            <a:extLst>
              <a:ext uri="{FF2B5EF4-FFF2-40B4-BE49-F238E27FC236}">
                <a16:creationId xmlns:a16="http://schemas.microsoft.com/office/drawing/2014/main" id="{9B9DE457-F777-0ACE-CD9D-2A6F4A1FAE83}"/>
              </a:ext>
            </a:extLst>
          </p:cNvPr>
          <p:cNvSpPr txBox="1"/>
          <p:nvPr/>
        </p:nvSpPr>
        <p:spPr>
          <a:xfrm>
            <a:off x="920491" y="258296"/>
            <a:ext cx="7940480" cy="461665"/>
          </a:xfrm>
          <a:prstGeom prst="rect">
            <a:avLst/>
          </a:prstGeom>
          <a:noFill/>
        </p:spPr>
        <p:txBody>
          <a:bodyPr wrap="square" rtlCol="0">
            <a:spAutoFit/>
          </a:bodyPr>
          <a:lstStyle/>
          <a:p>
            <a:r>
              <a:rPr lang="en-GB" sz="2400" b="1">
                <a:solidFill>
                  <a:schemeClr val="bg1"/>
                </a:solidFill>
                <a:latin typeface="Scania Office Headline Bold" pitchFamily="2" charset="77"/>
              </a:rPr>
              <a:t>I Align direction via WHY &amp; WHAT</a:t>
            </a:r>
            <a:endParaRPr lang="en-SE" sz="2400" b="1">
              <a:solidFill>
                <a:schemeClr val="bg1"/>
              </a:solidFill>
              <a:latin typeface="Scania Office Headline Bold" pitchFamily="2" charset="77"/>
            </a:endParaRPr>
          </a:p>
        </p:txBody>
      </p:sp>
      <p:pic>
        <p:nvPicPr>
          <p:cNvPr id="4" name="Picture 3">
            <a:hlinkClick r:id="rId5" action="ppaction://hlinksldjump"/>
            <a:extLst>
              <a:ext uri="{FF2B5EF4-FFF2-40B4-BE49-F238E27FC236}">
                <a16:creationId xmlns:a16="http://schemas.microsoft.com/office/drawing/2014/main" id="{7918A840-AE9D-8F5D-F3B2-4880028B01C7}"/>
              </a:ext>
            </a:extLst>
          </p:cNvPr>
          <p:cNvPicPr>
            <a:picLocks noChangeAspect="1"/>
          </p:cNvPicPr>
          <p:nvPr/>
        </p:nvPicPr>
        <p:blipFill>
          <a:blip r:embed="rId6"/>
          <a:srcRect/>
          <a:stretch/>
        </p:blipFill>
        <p:spPr>
          <a:xfrm>
            <a:off x="111511" y="110831"/>
            <a:ext cx="756593" cy="756593"/>
          </a:xfrm>
          <a:prstGeom prst="rect">
            <a:avLst/>
          </a:prstGeom>
        </p:spPr>
      </p:pic>
      <p:sp>
        <p:nvSpPr>
          <p:cNvPr id="7" name="TextBox 6">
            <a:extLst>
              <a:ext uri="{FF2B5EF4-FFF2-40B4-BE49-F238E27FC236}">
                <a16:creationId xmlns:a16="http://schemas.microsoft.com/office/drawing/2014/main" id="{40EB3EFD-485C-1B02-FAC9-BE6636753374}"/>
              </a:ext>
            </a:extLst>
          </p:cNvPr>
          <p:cNvSpPr txBox="1"/>
          <p:nvPr/>
        </p:nvSpPr>
        <p:spPr>
          <a:xfrm>
            <a:off x="358902" y="1148787"/>
            <a:ext cx="10912602" cy="5078313"/>
          </a:xfrm>
          <a:prstGeom prst="rect">
            <a:avLst/>
          </a:prstGeom>
          <a:noFill/>
        </p:spPr>
        <p:txBody>
          <a:bodyPr wrap="square" lIns="91440" tIns="45720" rIns="91440" bIns="45720" anchor="t">
            <a:spAutoFit/>
          </a:bodyPr>
          <a:lstStyle/>
          <a:p>
            <a:r>
              <a:rPr lang="en-US" b="1"/>
              <a:t>Attitude description:</a:t>
            </a:r>
          </a:p>
          <a:p>
            <a:r>
              <a:rPr lang="en-US"/>
              <a:t>I clarify the purpose and direction. I empower and trust the team members to lead the HOW with aligned autonomy </a:t>
            </a:r>
          </a:p>
          <a:p>
            <a:endParaRPr lang="en-US"/>
          </a:p>
          <a:p>
            <a:r>
              <a:rPr lang="en-US" b="1"/>
              <a:t>Team </a:t>
            </a:r>
            <a:r>
              <a:rPr lang="en-US" b="1" err="1"/>
              <a:t>Behaviours</a:t>
            </a:r>
            <a:r>
              <a:rPr lang="en-US" b="1"/>
              <a:t>: </a:t>
            </a:r>
          </a:p>
          <a:p>
            <a:r>
              <a:rPr lang="en-US"/>
              <a:t>We clearly and transparently communicate intent and outcomes. We make direction visible, tangible, and co-owned by the team.</a:t>
            </a:r>
          </a:p>
          <a:p>
            <a:endParaRPr lang="en-US"/>
          </a:p>
          <a:p>
            <a:r>
              <a:rPr lang="en-US" b="1"/>
              <a:t>Organizational Result:</a:t>
            </a:r>
          </a:p>
          <a:p>
            <a:r>
              <a:rPr lang="en-US"/>
              <a:t>People are more confident and proactive in their decision-making. Teams feel empowered.</a:t>
            </a:r>
          </a:p>
          <a:p>
            <a:r>
              <a:rPr lang="en-US"/>
              <a:t>Teams align faster, collaborate better, and focus on outcomes instead of outputs.</a:t>
            </a:r>
          </a:p>
          <a:p>
            <a:r>
              <a:rPr lang="en-US"/>
              <a:t>Leadership is distributed — everyone feels responsible for achieving impact.</a:t>
            </a:r>
          </a:p>
          <a:p>
            <a:endParaRPr lang="en-US"/>
          </a:p>
          <a:p>
            <a:r>
              <a:rPr lang="sv-SE"/>
              <a:t>🧰 </a:t>
            </a:r>
            <a:r>
              <a:rPr lang="sv-SE" b="1"/>
              <a:t>Tools: </a:t>
            </a:r>
          </a:p>
          <a:p>
            <a:r>
              <a:rPr lang="en-US"/>
              <a:t> Why/What/How Canvas, Outcome Framing, OKR Mapping, Intent Briefs, Delegation Boards, Delegation Poker</a:t>
            </a:r>
          </a:p>
          <a:p>
            <a:endParaRPr lang="en-US"/>
          </a:p>
          <a:p>
            <a:endParaRPr lang="sv-SE"/>
          </a:p>
          <a:p>
            <a:endParaRPr lang="sv-SE"/>
          </a:p>
        </p:txBody>
      </p:sp>
    </p:spTree>
    <p:extLst>
      <p:ext uri="{BB962C8B-B14F-4D97-AF65-F5344CB8AC3E}">
        <p14:creationId xmlns:p14="http://schemas.microsoft.com/office/powerpoint/2010/main" val="31209706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18725-0EEC-4FD7-3AAB-77485F8F51E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5AB5B99-CBB9-03A4-6BF1-4E8613A400B0}"/>
              </a:ext>
            </a:extLst>
          </p:cNvPr>
          <p:cNvSpPr txBox="1"/>
          <p:nvPr/>
        </p:nvSpPr>
        <p:spPr>
          <a:xfrm>
            <a:off x="1017142" y="262023"/>
            <a:ext cx="4980012" cy="369332"/>
          </a:xfrm>
          <a:prstGeom prst="rect">
            <a:avLst/>
          </a:prstGeom>
          <a:noFill/>
        </p:spPr>
        <p:txBody>
          <a:bodyPr wrap="square" rtlCol="0">
            <a:spAutoFit/>
          </a:bodyPr>
          <a:lstStyle/>
          <a:p>
            <a:r>
              <a:rPr lang="en-GB" b="1">
                <a:solidFill>
                  <a:schemeClr val="bg1"/>
                </a:solidFill>
                <a:effectLst/>
                <a:latin typeface="Scania Office Headline Bold" pitchFamily="2" charset="77"/>
              </a:rPr>
              <a:t>I Align direction via WHY &amp; WHAT</a:t>
            </a:r>
            <a:endParaRPr lang="en-SE" b="1">
              <a:solidFill>
                <a:schemeClr val="bg1"/>
              </a:solidFill>
              <a:latin typeface="Scania Office Headline Bold" pitchFamily="2" charset="77"/>
            </a:endParaRPr>
          </a:p>
        </p:txBody>
      </p:sp>
      <p:pic>
        <p:nvPicPr>
          <p:cNvPr id="3" name="Picture 2">
            <a:extLst>
              <a:ext uri="{FF2B5EF4-FFF2-40B4-BE49-F238E27FC236}">
                <a16:creationId xmlns:a16="http://schemas.microsoft.com/office/drawing/2014/main" id="{3C5D464B-D574-EE00-54EC-EDC221A50516}"/>
              </a:ext>
            </a:extLst>
          </p:cNvPr>
          <p:cNvPicPr>
            <a:picLocks noChangeAspect="1"/>
          </p:cNvPicPr>
          <p:nvPr/>
        </p:nvPicPr>
        <p:blipFill>
          <a:blip r:embed="rId2"/>
          <a:srcRect/>
          <a:stretch/>
        </p:blipFill>
        <p:spPr>
          <a:xfrm>
            <a:off x="115574" y="111510"/>
            <a:ext cx="10980907" cy="761053"/>
          </a:xfrm>
          <a:prstGeom prst="rect">
            <a:avLst/>
          </a:prstGeom>
        </p:spPr>
      </p:pic>
      <p:pic>
        <p:nvPicPr>
          <p:cNvPr id="5" name="Picture 4">
            <a:hlinkClick r:id="rId3" action="ppaction://hlinksldjump"/>
            <a:extLst>
              <a:ext uri="{FF2B5EF4-FFF2-40B4-BE49-F238E27FC236}">
                <a16:creationId xmlns:a16="http://schemas.microsoft.com/office/drawing/2014/main" id="{7B4F9F6F-9903-A832-0EFE-DCB8FD2AAAA8}"/>
              </a:ext>
            </a:extLst>
          </p:cNvPr>
          <p:cNvPicPr>
            <a:picLocks noChangeAspect="1"/>
          </p:cNvPicPr>
          <p:nvPr/>
        </p:nvPicPr>
        <p:blipFill>
          <a:blip r:embed="rId4"/>
          <a:stretch>
            <a:fillRect/>
          </a:stretch>
        </p:blipFill>
        <p:spPr>
          <a:xfrm>
            <a:off x="11344753" y="110833"/>
            <a:ext cx="756593" cy="756593"/>
          </a:xfrm>
          <a:prstGeom prst="rect">
            <a:avLst/>
          </a:prstGeom>
        </p:spPr>
      </p:pic>
      <p:sp>
        <p:nvSpPr>
          <p:cNvPr id="2" name="TextBox 1">
            <a:extLst>
              <a:ext uri="{FF2B5EF4-FFF2-40B4-BE49-F238E27FC236}">
                <a16:creationId xmlns:a16="http://schemas.microsoft.com/office/drawing/2014/main" id="{DF809A9D-3A27-59FC-7A1F-18E59A63BE18}"/>
              </a:ext>
            </a:extLst>
          </p:cNvPr>
          <p:cNvSpPr txBox="1"/>
          <p:nvPr/>
        </p:nvSpPr>
        <p:spPr>
          <a:xfrm>
            <a:off x="920492" y="258296"/>
            <a:ext cx="6761196" cy="461665"/>
          </a:xfrm>
          <a:prstGeom prst="rect">
            <a:avLst/>
          </a:prstGeom>
          <a:noFill/>
        </p:spPr>
        <p:txBody>
          <a:bodyPr wrap="square" rtlCol="0">
            <a:spAutoFit/>
          </a:bodyPr>
          <a:lstStyle/>
          <a:p>
            <a:r>
              <a:rPr lang="en-GB" sz="2400" b="1">
                <a:solidFill>
                  <a:schemeClr val="bg1"/>
                </a:solidFill>
                <a:latin typeface="Scania Office Headline Bold" pitchFamily="2" charset="77"/>
              </a:rPr>
              <a:t>I am a situational leader</a:t>
            </a:r>
            <a:endParaRPr lang="en-SE" sz="2400" b="1">
              <a:solidFill>
                <a:schemeClr val="bg1"/>
              </a:solidFill>
              <a:latin typeface="Scania Office Headline Bold" pitchFamily="2" charset="77"/>
            </a:endParaRPr>
          </a:p>
        </p:txBody>
      </p:sp>
      <p:pic>
        <p:nvPicPr>
          <p:cNvPr id="4" name="Picture 3">
            <a:hlinkClick r:id="rId5" action="ppaction://hlinksldjump"/>
            <a:extLst>
              <a:ext uri="{FF2B5EF4-FFF2-40B4-BE49-F238E27FC236}">
                <a16:creationId xmlns:a16="http://schemas.microsoft.com/office/drawing/2014/main" id="{4F40F835-847A-557F-0BC4-75241070EA4B}"/>
              </a:ext>
            </a:extLst>
          </p:cNvPr>
          <p:cNvPicPr>
            <a:picLocks noChangeAspect="1"/>
          </p:cNvPicPr>
          <p:nvPr/>
        </p:nvPicPr>
        <p:blipFill>
          <a:blip r:embed="rId6"/>
          <a:srcRect/>
          <a:stretch/>
        </p:blipFill>
        <p:spPr>
          <a:xfrm>
            <a:off x="115574" y="110831"/>
            <a:ext cx="756593" cy="756593"/>
          </a:xfrm>
          <a:prstGeom prst="rect">
            <a:avLst/>
          </a:prstGeom>
        </p:spPr>
      </p:pic>
      <p:sp>
        <p:nvSpPr>
          <p:cNvPr id="7" name="TextBox 6">
            <a:extLst>
              <a:ext uri="{FF2B5EF4-FFF2-40B4-BE49-F238E27FC236}">
                <a16:creationId xmlns:a16="http://schemas.microsoft.com/office/drawing/2014/main" id="{2F63DA50-A023-C773-CDB1-DAD5FF354134}"/>
              </a:ext>
            </a:extLst>
          </p:cNvPr>
          <p:cNvSpPr txBox="1"/>
          <p:nvPr/>
        </p:nvSpPr>
        <p:spPr>
          <a:xfrm>
            <a:off x="258317" y="1304235"/>
            <a:ext cx="11086435" cy="4801314"/>
          </a:xfrm>
          <a:prstGeom prst="rect">
            <a:avLst/>
          </a:prstGeom>
          <a:noFill/>
        </p:spPr>
        <p:txBody>
          <a:bodyPr wrap="square" lIns="91440" tIns="45720" rIns="91440" bIns="45720" anchor="t">
            <a:spAutoFit/>
          </a:bodyPr>
          <a:lstStyle/>
          <a:p>
            <a:r>
              <a:rPr lang="en-US" b="1"/>
              <a:t>Attitude description:</a:t>
            </a:r>
          </a:p>
          <a:p>
            <a:r>
              <a:rPr lang="en-US"/>
              <a:t>I adapt my leadership to the situation, context, and people involved so that I support the best possible outcome.</a:t>
            </a:r>
          </a:p>
          <a:p>
            <a:endParaRPr lang="en-US"/>
          </a:p>
          <a:p>
            <a:r>
              <a:rPr lang="en-US" b="1"/>
              <a:t>Team </a:t>
            </a:r>
            <a:r>
              <a:rPr lang="en-US" b="1" err="1"/>
              <a:t>Behaviours</a:t>
            </a:r>
            <a:r>
              <a:rPr lang="en-US" b="1"/>
              <a:t>: </a:t>
            </a:r>
          </a:p>
          <a:p>
            <a:r>
              <a:rPr lang="en-US"/>
              <a:t>We adjust how we lead based on team maturity and individual needs. We flex between guiding, coaching, or stepping back based on what will create progress. We interact face to face as much as possible</a:t>
            </a:r>
          </a:p>
          <a:p>
            <a:endParaRPr lang="en-US" b="1"/>
          </a:p>
          <a:p>
            <a:r>
              <a:rPr lang="en-US" b="1"/>
              <a:t>Organizational Result:</a:t>
            </a:r>
          </a:p>
          <a:p>
            <a:r>
              <a:rPr lang="en-US"/>
              <a:t>We respond faster and more effectively to changing realities. Teams feel understood, supported, and trusted. We create balance between structure and freedom and deliver stronger customer value through adaptability. Less micro-management, more ownership.</a:t>
            </a:r>
          </a:p>
          <a:p>
            <a:endParaRPr lang="en-US"/>
          </a:p>
          <a:p>
            <a:r>
              <a:rPr lang="sv-SE"/>
              <a:t>🧰 </a:t>
            </a:r>
            <a:r>
              <a:rPr lang="sv-SE" b="1"/>
              <a:t>Tools: </a:t>
            </a:r>
          </a:p>
          <a:p>
            <a:r>
              <a:rPr lang="en-US"/>
              <a:t>Situational Leadership Matrix, Team Maturity Radar, “Support vs Autonomy” Check-ins</a:t>
            </a:r>
          </a:p>
          <a:p>
            <a:endParaRPr lang="sv-SE"/>
          </a:p>
          <a:p>
            <a:endParaRPr lang="sv-SE"/>
          </a:p>
        </p:txBody>
      </p:sp>
    </p:spTree>
    <p:extLst>
      <p:ext uri="{BB962C8B-B14F-4D97-AF65-F5344CB8AC3E}">
        <p14:creationId xmlns:p14="http://schemas.microsoft.com/office/powerpoint/2010/main" val="254172758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786FD-38D1-C248-60D2-AA16DD56308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02FFC02-F40F-AB4B-4AFF-8A9B463BC1A3}"/>
              </a:ext>
            </a:extLst>
          </p:cNvPr>
          <p:cNvSpPr txBox="1"/>
          <p:nvPr/>
        </p:nvSpPr>
        <p:spPr>
          <a:xfrm>
            <a:off x="1017142" y="262023"/>
            <a:ext cx="4980012" cy="369332"/>
          </a:xfrm>
          <a:prstGeom prst="rect">
            <a:avLst/>
          </a:prstGeom>
          <a:noFill/>
        </p:spPr>
        <p:txBody>
          <a:bodyPr wrap="square" rtlCol="0">
            <a:spAutoFit/>
          </a:bodyPr>
          <a:lstStyle/>
          <a:p>
            <a:r>
              <a:rPr lang="en-GB" b="1">
                <a:solidFill>
                  <a:schemeClr val="bg1"/>
                </a:solidFill>
                <a:effectLst/>
                <a:latin typeface="Scania Office Headline Bold" pitchFamily="2" charset="77"/>
              </a:rPr>
              <a:t>I Align direction via WHY &amp; WHAT</a:t>
            </a:r>
            <a:endParaRPr lang="en-SE" b="1">
              <a:solidFill>
                <a:schemeClr val="bg1"/>
              </a:solidFill>
              <a:latin typeface="Scania Office Headline Bold" pitchFamily="2" charset="77"/>
            </a:endParaRPr>
          </a:p>
        </p:txBody>
      </p:sp>
      <p:pic>
        <p:nvPicPr>
          <p:cNvPr id="3" name="Picture 2">
            <a:extLst>
              <a:ext uri="{FF2B5EF4-FFF2-40B4-BE49-F238E27FC236}">
                <a16:creationId xmlns:a16="http://schemas.microsoft.com/office/drawing/2014/main" id="{66E31014-AD16-387E-83FC-4A4C918D22F8}"/>
              </a:ext>
            </a:extLst>
          </p:cNvPr>
          <p:cNvPicPr>
            <a:picLocks noChangeAspect="1"/>
          </p:cNvPicPr>
          <p:nvPr/>
        </p:nvPicPr>
        <p:blipFill>
          <a:blip r:embed="rId2"/>
          <a:srcRect/>
          <a:stretch/>
        </p:blipFill>
        <p:spPr>
          <a:xfrm>
            <a:off x="111511" y="111510"/>
            <a:ext cx="10980921" cy="761054"/>
          </a:xfrm>
          <a:prstGeom prst="rect">
            <a:avLst/>
          </a:prstGeom>
        </p:spPr>
      </p:pic>
      <p:pic>
        <p:nvPicPr>
          <p:cNvPr id="5" name="Picture 4">
            <a:hlinkClick r:id="rId3" action="ppaction://hlinksldjump"/>
            <a:extLst>
              <a:ext uri="{FF2B5EF4-FFF2-40B4-BE49-F238E27FC236}">
                <a16:creationId xmlns:a16="http://schemas.microsoft.com/office/drawing/2014/main" id="{601BAF91-5053-A280-EA7A-EC4B9A79CF43}"/>
              </a:ext>
            </a:extLst>
          </p:cNvPr>
          <p:cNvPicPr>
            <a:picLocks noChangeAspect="1"/>
          </p:cNvPicPr>
          <p:nvPr/>
        </p:nvPicPr>
        <p:blipFill>
          <a:blip r:embed="rId4"/>
          <a:stretch>
            <a:fillRect/>
          </a:stretch>
        </p:blipFill>
        <p:spPr>
          <a:xfrm>
            <a:off x="11344753" y="110833"/>
            <a:ext cx="756593" cy="756593"/>
          </a:xfrm>
          <a:prstGeom prst="rect">
            <a:avLst/>
          </a:prstGeom>
        </p:spPr>
      </p:pic>
      <p:sp>
        <p:nvSpPr>
          <p:cNvPr id="2" name="TextBox 1">
            <a:extLst>
              <a:ext uri="{FF2B5EF4-FFF2-40B4-BE49-F238E27FC236}">
                <a16:creationId xmlns:a16="http://schemas.microsoft.com/office/drawing/2014/main" id="{522D535C-16F2-C034-A4B3-8A63249B5C75}"/>
              </a:ext>
            </a:extLst>
          </p:cNvPr>
          <p:cNvSpPr txBox="1"/>
          <p:nvPr/>
        </p:nvSpPr>
        <p:spPr>
          <a:xfrm>
            <a:off x="920492" y="258296"/>
            <a:ext cx="6761196" cy="461665"/>
          </a:xfrm>
          <a:prstGeom prst="rect">
            <a:avLst/>
          </a:prstGeom>
          <a:noFill/>
        </p:spPr>
        <p:txBody>
          <a:bodyPr wrap="square" rtlCol="0">
            <a:spAutoFit/>
          </a:bodyPr>
          <a:lstStyle/>
          <a:p>
            <a:r>
              <a:rPr lang="en-GB" sz="2400" b="1">
                <a:solidFill>
                  <a:schemeClr val="bg1"/>
                </a:solidFill>
                <a:latin typeface="Scania Office Headline Bold" pitchFamily="2" charset="77"/>
              </a:rPr>
              <a:t>I Think and Act for the whole </a:t>
            </a:r>
            <a:endParaRPr lang="en-SE" sz="2400" b="1">
              <a:solidFill>
                <a:schemeClr val="bg1"/>
              </a:solidFill>
              <a:latin typeface="Scania Office Headline Bold" pitchFamily="2" charset="77"/>
            </a:endParaRPr>
          </a:p>
        </p:txBody>
      </p:sp>
      <p:pic>
        <p:nvPicPr>
          <p:cNvPr id="4" name="Picture 3">
            <a:hlinkClick r:id="rId5" action="ppaction://hlinksldjump"/>
            <a:extLst>
              <a:ext uri="{FF2B5EF4-FFF2-40B4-BE49-F238E27FC236}">
                <a16:creationId xmlns:a16="http://schemas.microsoft.com/office/drawing/2014/main" id="{C1010C2E-7F30-5138-B669-620D3C25C8D8}"/>
              </a:ext>
            </a:extLst>
          </p:cNvPr>
          <p:cNvPicPr>
            <a:picLocks noChangeAspect="1"/>
          </p:cNvPicPr>
          <p:nvPr/>
        </p:nvPicPr>
        <p:blipFill>
          <a:blip r:embed="rId6"/>
          <a:stretch>
            <a:fillRect/>
          </a:stretch>
        </p:blipFill>
        <p:spPr>
          <a:xfrm>
            <a:off x="111511" y="110833"/>
            <a:ext cx="756593" cy="756593"/>
          </a:xfrm>
          <a:prstGeom prst="rect">
            <a:avLst/>
          </a:prstGeom>
        </p:spPr>
      </p:pic>
      <p:sp>
        <p:nvSpPr>
          <p:cNvPr id="6" name="TextBox 5">
            <a:extLst>
              <a:ext uri="{FF2B5EF4-FFF2-40B4-BE49-F238E27FC236}">
                <a16:creationId xmlns:a16="http://schemas.microsoft.com/office/drawing/2014/main" id="{F5476C49-5E94-8420-AE4C-EE207B64B50F}"/>
              </a:ext>
            </a:extLst>
          </p:cNvPr>
          <p:cNvSpPr txBox="1"/>
          <p:nvPr/>
        </p:nvSpPr>
        <p:spPr>
          <a:xfrm>
            <a:off x="438912" y="1335024"/>
            <a:ext cx="11159993" cy="5355312"/>
          </a:xfrm>
          <a:prstGeom prst="rect">
            <a:avLst/>
          </a:prstGeom>
          <a:noFill/>
        </p:spPr>
        <p:txBody>
          <a:bodyPr wrap="square" lIns="91440" tIns="45720" rIns="91440" bIns="45720" rtlCol="0" anchor="t">
            <a:spAutoFit/>
          </a:bodyPr>
          <a:lstStyle/>
          <a:p>
            <a:r>
              <a:rPr lang="en-US" b="1"/>
              <a:t>Attitude description:</a:t>
            </a:r>
          </a:p>
          <a:p>
            <a:r>
              <a:rPr lang="en-US"/>
              <a:t>I Lead to create a system with great value flow. I create clarity and alignment so value moves with purpose from idea to impact. I recognize and handle bottlenecks early to optimize the flow.</a:t>
            </a:r>
          </a:p>
          <a:p>
            <a:endParaRPr lang="en-US"/>
          </a:p>
          <a:p>
            <a:r>
              <a:rPr lang="en-US" b="1"/>
              <a:t>Team </a:t>
            </a:r>
            <a:r>
              <a:rPr lang="en-US" b="1" err="1"/>
              <a:t>Behaviours</a:t>
            </a:r>
            <a:r>
              <a:rPr lang="en-US" b="1"/>
              <a:t>: </a:t>
            </a:r>
          </a:p>
          <a:p>
            <a:r>
              <a:rPr lang="en-US"/>
              <a:t>We make our end-to-end value flow visible. We align priorities with real </a:t>
            </a:r>
            <a:r>
              <a:rPr lang="en-US" err="1"/>
              <a:t>capacity.We</a:t>
            </a:r>
            <a:r>
              <a:rPr lang="en-US"/>
              <a:t> limit work in progress to protect focus. We surface bottlenecks early and address root </a:t>
            </a:r>
            <a:r>
              <a:rPr lang="en-US" err="1"/>
              <a:t>causes.We</a:t>
            </a:r>
            <a:r>
              <a:rPr lang="en-US"/>
              <a:t> balance ambition with capacity, protecting both performance and people.</a:t>
            </a:r>
          </a:p>
          <a:p>
            <a:endParaRPr lang="en-US"/>
          </a:p>
          <a:p>
            <a:r>
              <a:rPr lang="en-US" b="1"/>
              <a:t>Organizational Result:</a:t>
            </a:r>
          </a:p>
          <a:p>
            <a:r>
              <a:rPr lang="en-US"/>
              <a:t>Clear direction and focused execution. Faster, more predictable value delivery.</a:t>
            </a:r>
          </a:p>
          <a:p>
            <a:r>
              <a:rPr lang="en-US"/>
              <a:t>Sustainable pace without burnout. Stronger cross-functional collaboration.</a:t>
            </a:r>
          </a:p>
          <a:p>
            <a:r>
              <a:rPr lang="en-US"/>
              <a:t>An adaptive system that learns and improves over time.</a:t>
            </a:r>
          </a:p>
          <a:p>
            <a:endParaRPr lang="en-US"/>
          </a:p>
          <a:p>
            <a:r>
              <a:rPr lang="sv-SE"/>
              <a:t>🧰 </a:t>
            </a:r>
            <a:r>
              <a:rPr lang="sv-SE" b="1"/>
              <a:t>Tools: </a:t>
            </a:r>
          </a:p>
          <a:p>
            <a:r>
              <a:rPr lang="en-US"/>
              <a:t>👉 Value Stream Mapping,  Portfolio / Team Kanban with WIP Limit, Flow Metrics , Structured Problem Solving </a:t>
            </a:r>
          </a:p>
          <a:p>
            <a:endParaRPr lang="sv-SE"/>
          </a:p>
          <a:p>
            <a:endParaRPr lang="sv-SE"/>
          </a:p>
          <a:p>
            <a:endParaRPr lang="sv-SE"/>
          </a:p>
        </p:txBody>
      </p:sp>
    </p:spTree>
    <p:extLst>
      <p:ext uri="{BB962C8B-B14F-4D97-AF65-F5344CB8AC3E}">
        <p14:creationId xmlns:p14="http://schemas.microsoft.com/office/powerpoint/2010/main" val="372508047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EEA10-99E4-34DB-4D8B-2145ED81EDD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203FEA7-E945-74BC-A906-57A05CA9076A}"/>
              </a:ext>
            </a:extLst>
          </p:cNvPr>
          <p:cNvSpPr txBox="1"/>
          <p:nvPr/>
        </p:nvSpPr>
        <p:spPr>
          <a:xfrm>
            <a:off x="1017142" y="262023"/>
            <a:ext cx="4980012" cy="369332"/>
          </a:xfrm>
          <a:prstGeom prst="rect">
            <a:avLst/>
          </a:prstGeom>
          <a:noFill/>
        </p:spPr>
        <p:txBody>
          <a:bodyPr wrap="square" rtlCol="0">
            <a:spAutoFit/>
          </a:bodyPr>
          <a:lstStyle/>
          <a:p>
            <a:r>
              <a:rPr lang="en-GB" b="1">
                <a:solidFill>
                  <a:schemeClr val="bg1"/>
                </a:solidFill>
                <a:effectLst/>
                <a:latin typeface="Scania Office Headline Bold" pitchFamily="2" charset="77"/>
              </a:rPr>
              <a:t>I Align direction via WHY &amp; WHAT</a:t>
            </a:r>
            <a:endParaRPr lang="en-SE" b="1">
              <a:solidFill>
                <a:schemeClr val="bg1"/>
              </a:solidFill>
              <a:latin typeface="Scania Office Headline Bold" pitchFamily="2" charset="77"/>
            </a:endParaRPr>
          </a:p>
        </p:txBody>
      </p:sp>
      <p:pic>
        <p:nvPicPr>
          <p:cNvPr id="3" name="Picture 2">
            <a:extLst>
              <a:ext uri="{FF2B5EF4-FFF2-40B4-BE49-F238E27FC236}">
                <a16:creationId xmlns:a16="http://schemas.microsoft.com/office/drawing/2014/main" id="{C957431D-B285-CE38-47D9-CD711C8B7B9F}"/>
              </a:ext>
            </a:extLst>
          </p:cNvPr>
          <p:cNvPicPr>
            <a:picLocks noChangeAspect="1"/>
          </p:cNvPicPr>
          <p:nvPr/>
        </p:nvPicPr>
        <p:blipFill>
          <a:blip r:embed="rId2"/>
          <a:srcRect/>
          <a:stretch/>
        </p:blipFill>
        <p:spPr>
          <a:xfrm>
            <a:off x="111511" y="111510"/>
            <a:ext cx="10980907" cy="761053"/>
          </a:xfrm>
          <a:prstGeom prst="rect">
            <a:avLst/>
          </a:prstGeom>
        </p:spPr>
      </p:pic>
      <p:pic>
        <p:nvPicPr>
          <p:cNvPr id="5" name="Picture 4">
            <a:hlinkClick r:id="rId3" action="ppaction://hlinksldjump"/>
            <a:extLst>
              <a:ext uri="{FF2B5EF4-FFF2-40B4-BE49-F238E27FC236}">
                <a16:creationId xmlns:a16="http://schemas.microsoft.com/office/drawing/2014/main" id="{B199BF86-FF69-0C10-3E1D-F8BD8585D33D}"/>
              </a:ext>
            </a:extLst>
          </p:cNvPr>
          <p:cNvPicPr>
            <a:picLocks noChangeAspect="1"/>
          </p:cNvPicPr>
          <p:nvPr/>
        </p:nvPicPr>
        <p:blipFill>
          <a:blip r:embed="rId4"/>
          <a:stretch>
            <a:fillRect/>
          </a:stretch>
        </p:blipFill>
        <p:spPr>
          <a:xfrm>
            <a:off x="11344753" y="110833"/>
            <a:ext cx="756593" cy="756593"/>
          </a:xfrm>
          <a:prstGeom prst="rect">
            <a:avLst/>
          </a:prstGeom>
        </p:spPr>
      </p:pic>
      <p:sp>
        <p:nvSpPr>
          <p:cNvPr id="2" name="TextBox 1">
            <a:extLst>
              <a:ext uri="{FF2B5EF4-FFF2-40B4-BE49-F238E27FC236}">
                <a16:creationId xmlns:a16="http://schemas.microsoft.com/office/drawing/2014/main" id="{70E2FD80-DBF2-25EC-83A9-9E782C7BBEDE}"/>
              </a:ext>
            </a:extLst>
          </p:cNvPr>
          <p:cNvSpPr txBox="1"/>
          <p:nvPr/>
        </p:nvSpPr>
        <p:spPr>
          <a:xfrm>
            <a:off x="920492" y="258296"/>
            <a:ext cx="6761196" cy="461665"/>
          </a:xfrm>
          <a:prstGeom prst="rect">
            <a:avLst/>
          </a:prstGeom>
          <a:noFill/>
        </p:spPr>
        <p:txBody>
          <a:bodyPr wrap="square" rtlCol="0">
            <a:spAutoFit/>
          </a:bodyPr>
          <a:lstStyle/>
          <a:p>
            <a:r>
              <a:rPr lang="en-GB" sz="2400" b="1">
                <a:solidFill>
                  <a:schemeClr val="bg1"/>
                </a:solidFill>
                <a:latin typeface="Scania Office Headline Bold" pitchFamily="2" charset="77"/>
              </a:rPr>
              <a:t>I am a role model for growth</a:t>
            </a:r>
            <a:endParaRPr lang="en-SE" sz="2400" b="1">
              <a:solidFill>
                <a:schemeClr val="bg1"/>
              </a:solidFill>
              <a:latin typeface="Scania Office Headline Bold" pitchFamily="2" charset="77"/>
            </a:endParaRPr>
          </a:p>
        </p:txBody>
      </p:sp>
      <p:pic>
        <p:nvPicPr>
          <p:cNvPr id="6" name="Picture 5">
            <a:hlinkClick r:id="rId5" action="ppaction://hlinksldjump"/>
            <a:extLst>
              <a:ext uri="{FF2B5EF4-FFF2-40B4-BE49-F238E27FC236}">
                <a16:creationId xmlns:a16="http://schemas.microsoft.com/office/drawing/2014/main" id="{8B0A56E4-9BA9-9809-0E2B-C06DDE8E77AF}"/>
              </a:ext>
            </a:extLst>
          </p:cNvPr>
          <p:cNvPicPr>
            <a:picLocks noChangeAspect="1"/>
          </p:cNvPicPr>
          <p:nvPr/>
        </p:nvPicPr>
        <p:blipFill>
          <a:blip r:embed="rId6"/>
          <a:srcRect/>
          <a:stretch/>
        </p:blipFill>
        <p:spPr>
          <a:xfrm>
            <a:off x="111511" y="110833"/>
            <a:ext cx="756593" cy="756593"/>
          </a:xfrm>
          <a:prstGeom prst="rect">
            <a:avLst/>
          </a:prstGeom>
        </p:spPr>
      </p:pic>
      <p:sp>
        <p:nvSpPr>
          <p:cNvPr id="7" name="TextBox 6">
            <a:extLst>
              <a:ext uri="{FF2B5EF4-FFF2-40B4-BE49-F238E27FC236}">
                <a16:creationId xmlns:a16="http://schemas.microsoft.com/office/drawing/2014/main" id="{66F87315-DAA8-89B2-E2E5-C8ECA1025FBF}"/>
              </a:ext>
            </a:extLst>
          </p:cNvPr>
          <p:cNvSpPr txBox="1"/>
          <p:nvPr/>
        </p:nvSpPr>
        <p:spPr>
          <a:xfrm>
            <a:off x="413704" y="1194507"/>
            <a:ext cx="10931049" cy="4524315"/>
          </a:xfrm>
          <a:prstGeom prst="rect">
            <a:avLst/>
          </a:prstGeom>
          <a:noFill/>
        </p:spPr>
        <p:txBody>
          <a:bodyPr wrap="square" lIns="91440" tIns="45720" rIns="91440" bIns="45720" anchor="t">
            <a:spAutoFit/>
          </a:bodyPr>
          <a:lstStyle/>
          <a:p>
            <a:r>
              <a:rPr lang="en-US" b="1"/>
              <a:t>Attitude description:</a:t>
            </a:r>
          </a:p>
          <a:p>
            <a:r>
              <a:rPr lang="en-US"/>
              <a:t>I am curious about learning new things - or unlearn old — and I am transparent about my progress even when I fail.</a:t>
            </a:r>
          </a:p>
          <a:p>
            <a:endParaRPr lang="en-US"/>
          </a:p>
          <a:p>
            <a:r>
              <a:rPr lang="en-US" b="1"/>
              <a:t>Team </a:t>
            </a:r>
            <a:r>
              <a:rPr lang="en-US" b="1" err="1"/>
              <a:t>Behaviours</a:t>
            </a:r>
            <a:r>
              <a:rPr lang="en-US" b="1"/>
              <a:t>: </a:t>
            </a:r>
          </a:p>
          <a:p>
            <a:r>
              <a:rPr lang="en-US"/>
              <a:t>We share our own development goals transparently. We ask for feedback regularly. We talk openly about what we´re unlearning and we encourage retros for learning cycles</a:t>
            </a:r>
          </a:p>
          <a:p>
            <a:endParaRPr lang="en-US"/>
          </a:p>
          <a:p>
            <a:r>
              <a:rPr lang="en-US" b="1"/>
              <a:t>Organizational Result:</a:t>
            </a:r>
          </a:p>
          <a:p>
            <a:r>
              <a:rPr lang="en-US"/>
              <a:t>Growth becomes part of the team culture. People feel safe to make mistakes. Continuous improvement feels real, not theoretical. Retros is part of the feedback loops.</a:t>
            </a:r>
          </a:p>
          <a:p>
            <a:endParaRPr lang="en-US"/>
          </a:p>
          <a:p>
            <a:r>
              <a:rPr lang="sv-SE"/>
              <a:t>🧰 </a:t>
            </a:r>
            <a:r>
              <a:rPr lang="sv-SE" b="1"/>
              <a:t>Tools: </a:t>
            </a:r>
          </a:p>
          <a:p>
            <a:r>
              <a:rPr lang="en-US"/>
              <a:t>👉 Feedback Canvas, Retro, Learning Logs, “What I’m Unlearning” Team Wall</a:t>
            </a:r>
          </a:p>
          <a:p>
            <a:endParaRPr lang="sv-SE"/>
          </a:p>
          <a:p>
            <a:endParaRPr lang="sv-SE"/>
          </a:p>
        </p:txBody>
      </p:sp>
    </p:spTree>
    <p:extLst>
      <p:ext uri="{BB962C8B-B14F-4D97-AF65-F5344CB8AC3E}">
        <p14:creationId xmlns:p14="http://schemas.microsoft.com/office/powerpoint/2010/main" val="23148584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9FD53-8557-8873-4587-6CECB533EA9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B24213C-A9C1-9503-9BC3-4794B339BE2A}"/>
              </a:ext>
            </a:extLst>
          </p:cNvPr>
          <p:cNvSpPr txBox="1"/>
          <p:nvPr/>
        </p:nvSpPr>
        <p:spPr>
          <a:xfrm>
            <a:off x="1017142" y="262023"/>
            <a:ext cx="4980012" cy="369332"/>
          </a:xfrm>
          <a:prstGeom prst="rect">
            <a:avLst/>
          </a:prstGeom>
          <a:noFill/>
        </p:spPr>
        <p:txBody>
          <a:bodyPr wrap="square" rtlCol="0">
            <a:spAutoFit/>
          </a:bodyPr>
          <a:lstStyle/>
          <a:p>
            <a:r>
              <a:rPr lang="en-GB" b="1">
                <a:solidFill>
                  <a:schemeClr val="bg1"/>
                </a:solidFill>
                <a:effectLst/>
                <a:latin typeface="Scania Office Headline Bold" pitchFamily="2" charset="77"/>
              </a:rPr>
              <a:t>I Align direction via WHY &amp; WHAT</a:t>
            </a:r>
            <a:endParaRPr lang="en-SE" b="1">
              <a:solidFill>
                <a:schemeClr val="bg1"/>
              </a:solidFill>
              <a:latin typeface="Scania Office Headline Bold" pitchFamily="2" charset="77"/>
            </a:endParaRPr>
          </a:p>
        </p:txBody>
      </p:sp>
      <p:pic>
        <p:nvPicPr>
          <p:cNvPr id="3" name="Picture 2">
            <a:extLst>
              <a:ext uri="{FF2B5EF4-FFF2-40B4-BE49-F238E27FC236}">
                <a16:creationId xmlns:a16="http://schemas.microsoft.com/office/drawing/2014/main" id="{0353A59E-57F5-D1E9-3B59-EA90C13473B9}"/>
              </a:ext>
            </a:extLst>
          </p:cNvPr>
          <p:cNvPicPr>
            <a:picLocks noChangeAspect="1"/>
          </p:cNvPicPr>
          <p:nvPr/>
        </p:nvPicPr>
        <p:blipFill>
          <a:blip r:embed="rId2"/>
          <a:srcRect/>
          <a:stretch/>
        </p:blipFill>
        <p:spPr>
          <a:xfrm>
            <a:off x="111511" y="111510"/>
            <a:ext cx="10980907" cy="761053"/>
          </a:xfrm>
          <a:prstGeom prst="rect">
            <a:avLst/>
          </a:prstGeom>
        </p:spPr>
      </p:pic>
      <p:pic>
        <p:nvPicPr>
          <p:cNvPr id="5" name="Picture 4">
            <a:hlinkClick r:id="rId3" action="ppaction://hlinksldjump"/>
            <a:extLst>
              <a:ext uri="{FF2B5EF4-FFF2-40B4-BE49-F238E27FC236}">
                <a16:creationId xmlns:a16="http://schemas.microsoft.com/office/drawing/2014/main" id="{F3C2138B-62F3-6AED-7C34-91999F47C37F}"/>
              </a:ext>
            </a:extLst>
          </p:cNvPr>
          <p:cNvPicPr>
            <a:picLocks noChangeAspect="1"/>
          </p:cNvPicPr>
          <p:nvPr/>
        </p:nvPicPr>
        <p:blipFill>
          <a:blip r:embed="rId4"/>
          <a:stretch>
            <a:fillRect/>
          </a:stretch>
        </p:blipFill>
        <p:spPr>
          <a:xfrm>
            <a:off x="11344753" y="110833"/>
            <a:ext cx="756593" cy="756593"/>
          </a:xfrm>
          <a:prstGeom prst="rect">
            <a:avLst/>
          </a:prstGeom>
        </p:spPr>
      </p:pic>
      <p:sp>
        <p:nvSpPr>
          <p:cNvPr id="2" name="TextBox 1">
            <a:extLst>
              <a:ext uri="{FF2B5EF4-FFF2-40B4-BE49-F238E27FC236}">
                <a16:creationId xmlns:a16="http://schemas.microsoft.com/office/drawing/2014/main" id="{25062B69-C9A0-CD40-B53F-9770608BD452}"/>
              </a:ext>
            </a:extLst>
          </p:cNvPr>
          <p:cNvSpPr txBox="1"/>
          <p:nvPr/>
        </p:nvSpPr>
        <p:spPr>
          <a:xfrm>
            <a:off x="920492" y="258296"/>
            <a:ext cx="6761196" cy="461665"/>
          </a:xfrm>
          <a:prstGeom prst="rect">
            <a:avLst/>
          </a:prstGeom>
          <a:noFill/>
        </p:spPr>
        <p:txBody>
          <a:bodyPr wrap="square" rtlCol="0">
            <a:spAutoFit/>
          </a:bodyPr>
          <a:lstStyle/>
          <a:p>
            <a:r>
              <a:rPr lang="en-GB" sz="2400" b="1">
                <a:solidFill>
                  <a:schemeClr val="bg1"/>
                </a:solidFill>
                <a:latin typeface="Scania Office Headline Bold" pitchFamily="2" charset="77"/>
              </a:rPr>
              <a:t>I am a game changer</a:t>
            </a:r>
            <a:endParaRPr lang="en-SE" sz="2400" b="1">
              <a:solidFill>
                <a:schemeClr val="bg1"/>
              </a:solidFill>
              <a:latin typeface="Scania Office Headline Bold" pitchFamily="2" charset="77"/>
            </a:endParaRPr>
          </a:p>
        </p:txBody>
      </p:sp>
      <p:pic>
        <p:nvPicPr>
          <p:cNvPr id="4" name="Picture 3">
            <a:hlinkClick r:id="rId5" action="ppaction://hlinksldjump"/>
            <a:extLst>
              <a:ext uri="{FF2B5EF4-FFF2-40B4-BE49-F238E27FC236}">
                <a16:creationId xmlns:a16="http://schemas.microsoft.com/office/drawing/2014/main" id="{2C5C47AD-ED45-0F4F-35E3-C001CA3516CC}"/>
              </a:ext>
            </a:extLst>
          </p:cNvPr>
          <p:cNvPicPr>
            <a:picLocks noChangeAspect="1"/>
          </p:cNvPicPr>
          <p:nvPr/>
        </p:nvPicPr>
        <p:blipFill>
          <a:blip r:embed="rId6"/>
          <a:srcRect/>
          <a:stretch/>
        </p:blipFill>
        <p:spPr>
          <a:xfrm>
            <a:off x="111511" y="110831"/>
            <a:ext cx="756593" cy="756593"/>
          </a:xfrm>
          <a:prstGeom prst="rect">
            <a:avLst/>
          </a:prstGeom>
        </p:spPr>
      </p:pic>
      <p:sp>
        <p:nvSpPr>
          <p:cNvPr id="7" name="TextBox 6">
            <a:extLst>
              <a:ext uri="{FF2B5EF4-FFF2-40B4-BE49-F238E27FC236}">
                <a16:creationId xmlns:a16="http://schemas.microsoft.com/office/drawing/2014/main" id="{2DF5F5D1-099B-A771-FBE7-2BA932AE469B}"/>
              </a:ext>
            </a:extLst>
          </p:cNvPr>
          <p:cNvSpPr txBox="1"/>
          <p:nvPr/>
        </p:nvSpPr>
        <p:spPr>
          <a:xfrm>
            <a:off x="349758" y="1514547"/>
            <a:ext cx="10921746" cy="5355312"/>
          </a:xfrm>
          <a:prstGeom prst="rect">
            <a:avLst/>
          </a:prstGeom>
          <a:noFill/>
        </p:spPr>
        <p:txBody>
          <a:bodyPr wrap="square" lIns="91440" tIns="45720" rIns="91440" bIns="45720" anchor="t">
            <a:spAutoFit/>
          </a:bodyPr>
          <a:lstStyle/>
          <a:p>
            <a:r>
              <a:rPr lang="en-US" b="1"/>
              <a:t>Attitude description:</a:t>
            </a:r>
          </a:p>
          <a:p>
            <a:r>
              <a:rPr lang="en-US"/>
              <a:t>I challenge how things have always been done. I raise my and my teams opinion and drive change to create value for our customer. I treat change as a source of growth and inspiration.</a:t>
            </a:r>
          </a:p>
          <a:p>
            <a:endParaRPr lang="en-US"/>
          </a:p>
          <a:p>
            <a:r>
              <a:rPr lang="en-US" b="1"/>
              <a:t>Team </a:t>
            </a:r>
            <a:r>
              <a:rPr lang="en-US" b="1" err="1"/>
              <a:t>Behaviours</a:t>
            </a:r>
            <a:r>
              <a:rPr lang="en-US" b="1"/>
              <a:t>: </a:t>
            </a:r>
          </a:p>
          <a:p>
            <a:r>
              <a:rPr lang="en-US"/>
              <a:t>We question old assumptions, run experiments, and navigate uncertainty with care. We surface and remove blockers early, encourage risk-taking and learning. We work to improve the system and remove impediments even when its hard.</a:t>
            </a:r>
          </a:p>
          <a:p>
            <a:endParaRPr lang="en-US"/>
          </a:p>
          <a:p>
            <a:r>
              <a:rPr lang="en-US" b="1"/>
              <a:t>Organizational Result: </a:t>
            </a:r>
          </a:p>
          <a:p>
            <a:r>
              <a:rPr lang="en-US">
                <a:ea typeface="+mn-lt"/>
                <a:cs typeface="+mn-lt"/>
              </a:rPr>
              <a:t>We innovate faster. Change feels energizing instead of threatening. Teams adapt smoothly, bounce back from disruption, and grow stronger and smarter with every shift. </a:t>
            </a:r>
          </a:p>
          <a:p>
            <a:endParaRPr lang="en-US"/>
          </a:p>
          <a:p>
            <a:endParaRPr lang="en-US"/>
          </a:p>
          <a:p>
            <a:r>
              <a:rPr lang="sv-SE"/>
              <a:t>🧰 </a:t>
            </a:r>
            <a:r>
              <a:rPr lang="sv-SE" b="1"/>
              <a:t>Tools: </a:t>
            </a:r>
          </a:p>
          <a:p>
            <a:r>
              <a:rPr lang="en-US"/>
              <a:t>Experiment Canvas, Change Champion Circles, Retros with “break-the-routine” prompts, Stake holder management, Story Telling</a:t>
            </a:r>
          </a:p>
          <a:p>
            <a:endParaRPr lang="sv-SE"/>
          </a:p>
          <a:p>
            <a:endParaRPr lang="sv-SE"/>
          </a:p>
        </p:txBody>
      </p:sp>
    </p:spTree>
    <p:extLst>
      <p:ext uri="{BB962C8B-B14F-4D97-AF65-F5344CB8AC3E}">
        <p14:creationId xmlns:p14="http://schemas.microsoft.com/office/powerpoint/2010/main" val="87452793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73910-0918-63D5-635E-2B6BC370C1F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B7C41E5-244C-9804-B973-CD952F950DB5}"/>
              </a:ext>
            </a:extLst>
          </p:cNvPr>
          <p:cNvSpPr txBox="1"/>
          <p:nvPr/>
        </p:nvSpPr>
        <p:spPr>
          <a:xfrm>
            <a:off x="1017142" y="262023"/>
            <a:ext cx="4980012" cy="369332"/>
          </a:xfrm>
          <a:prstGeom prst="rect">
            <a:avLst/>
          </a:prstGeom>
          <a:noFill/>
        </p:spPr>
        <p:txBody>
          <a:bodyPr wrap="square" rtlCol="0">
            <a:spAutoFit/>
          </a:bodyPr>
          <a:lstStyle/>
          <a:p>
            <a:r>
              <a:rPr lang="en-GB" b="1">
                <a:solidFill>
                  <a:schemeClr val="bg1"/>
                </a:solidFill>
                <a:effectLst/>
                <a:latin typeface="Scania Office Headline Bold" pitchFamily="2" charset="77"/>
              </a:rPr>
              <a:t>I Align direction via WHY &amp; WHAT</a:t>
            </a:r>
            <a:endParaRPr lang="en-SE" b="1">
              <a:solidFill>
                <a:schemeClr val="bg1"/>
              </a:solidFill>
              <a:latin typeface="Scania Office Headline Bold" pitchFamily="2" charset="77"/>
            </a:endParaRPr>
          </a:p>
        </p:txBody>
      </p:sp>
      <p:pic>
        <p:nvPicPr>
          <p:cNvPr id="3" name="Picture 2">
            <a:extLst>
              <a:ext uri="{FF2B5EF4-FFF2-40B4-BE49-F238E27FC236}">
                <a16:creationId xmlns:a16="http://schemas.microsoft.com/office/drawing/2014/main" id="{EF3BE1D0-E4C0-1930-F22D-B97DA64010AA}"/>
              </a:ext>
            </a:extLst>
          </p:cNvPr>
          <p:cNvPicPr>
            <a:picLocks noChangeAspect="1"/>
          </p:cNvPicPr>
          <p:nvPr/>
        </p:nvPicPr>
        <p:blipFill>
          <a:blip r:embed="rId2"/>
          <a:srcRect/>
          <a:stretch/>
        </p:blipFill>
        <p:spPr>
          <a:xfrm>
            <a:off x="115574" y="111510"/>
            <a:ext cx="10968116" cy="761053"/>
          </a:xfrm>
          <a:prstGeom prst="rect">
            <a:avLst/>
          </a:prstGeom>
        </p:spPr>
      </p:pic>
      <p:pic>
        <p:nvPicPr>
          <p:cNvPr id="5" name="Picture 4">
            <a:hlinkClick r:id="rId3" action="ppaction://hlinksldjump"/>
            <a:extLst>
              <a:ext uri="{FF2B5EF4-FFF2-40B4-BE49-F238E27FC236}">
                <a16:creationId xmlns:a16="http://schemas.microsoft.com/office/drawing/2014/main" id="{CEA39D36-C66C-E4D6-47C3-9EDB89098990}"/>
              </a:ext>
            </a:extLst>
          </p:cNvPr>
          <p:cNvPicPr>
            <a:picLocks noChangeAspect="1"/>
          </p:cNvPicPr>
          <p:nvPr/>
        </p:nvPicPr>
        <p:blipFill>
          <a:blip r:embed="rId4"/>
          <a:stretch>
            <a:fillRect/>
          </a:stretch>
        </p:blipFill>
        <p:spPr>
          <a:xfrm>
            <a:off x="11344753" y="110833"/>
            <a:ext cx="756593" cy="756593"/>
          </a:xfrm>
          <a:prstGeom prst="rect">
            <a:avLst/>
          </a:prstGeom>
        </p:spPr>
      </p:pic>
      <p:sp>
        <p:nvSpPr>
          <p:cNvPr id="2" name="TextBox 1">
            <a:extLst>
              <a:ext uri="{FF2B5EF4-FFF2-40B4-BE49-F238E27FC236}">
                <a16:creationId xmlns:a16="http://schemas.microsoft.com/office/drawing/2014/main" id="{947798F0-4BED-6555-7732-85A55D819F7A}"/>
              </a:ext>
            </a:extLst>
          </p:cNvPr>
          <p:cNvSpPr txBox="1"/>
          <p:nvPr/>
        </p:nvSpPr>
        <p:spPr>
          <a:xfrm>
            <a:off x="920492" y="258296"/>
            <a:ext cx="6761196" cy="461665"/>
          </a:xfrm>
          <a:prstGeom prst="rect">
            <a:avLst/>
          </a:prstGeom>
          <a:noFill/>
        </p:spPr>
        <p:txBody>
          <a:bodyPr wrap="square" rtlCol="0">
            <a:spAutoFit/>
          </a:bodyPr>
          <a:lstStyle/>
          <a:p>
            <a:r>
              <a:rPr lang="en-GB" sz="2400" b="1">
                <a:solidFill>
                  <a:schemeClr val="bg1"/>
                </a:solidFill>
                <a:latin typeface="Scania Office Headline Bold" pitchFamily="2" charset="77"/>
              </a:rPr>
              <a:t>I lead with empathy and intent</a:t>
            </a:r>
            <a:endParaRPr lang="en-SE" sz="2400" b="1">
              <a:solidFill>
                <a:schemeClr val="bg1"/>
              </a:solidFill>
              <a:latin typeface="Scania Office Headline Bold" pitchFamily="2" charset="77"/>
            </a:endParaRPr>
          </a:p>
        </p:txBody>
      </p:sp>
      <p:pic>
        <p:nvPicPr>
          <p:cNvPr id="4" name="Picture 3">
            <a:hlinkClick r:id="rId5" action="ppaction://hlinksldjump"/>
            <a:extLst>
              <a:ext uri="{FF2B5EF4-FFF2-40B4-BE49-F238E27FC236}">
                <a16:creationId xmlns:a16="http://schemas.microsoft.com/office/drawing/2014/main" id="{77E66067-0592-F912-C0C5-CD9D4C3A58BB}"/>
              </a:ext>
            </a:extLst>
          </p:cNvPr>
          <p:cNvPicPr>
            <a:picLocks noChangeAspect="1"/>
          </p:cNvPicPr>
          <p:nvPr/>
        </p:nvPicPr>
        <p:blipFill>
          <a:blip r:embed="rId6"/>
          <a:srcRect/>
          <a:stretch/>
        </p:blipFill>
        <p:spPr>
          <a:xfrm>
            <a:off x="115574" y="110831"/>
            <a:ext cx="756593" cy="756593"/>
          </a:xfrm>
          <a:prstGeom prst="rect">
            <a:avLst/>
          </a:prstGeom>
        </p:spPr>
      </p:pic>
      <p:sp>
        <p:nvSpPr>
          <p:cNvPr id="7" name="TextBox 6">
            <a:extLst>
              <a:ext uri="{FF2B5EF4-FFF2-40B4-BE49-F238E27FC236}">
                <a16:creationId xmlns:a16="http://schemas.microsoft.com/office/drawing/2014/main" id="{033D578F-7B4B-1A2C-D135-9B01BB3BDEC7}"/>
              </a:ext>
            </a:extLst>
          </p:cNvPr>
          <p:cNvSpPr txBox="1"/>
          <p:nvPr/>
        </p:nvSpPr>
        <p:spPr>
          <a:xfrm>
            <a:off x="368045" y="1093923"/>
            <a:ext cx="10976707" cy="4247317"/>
          </a:xfrm>
          <a:prstGeom prst="rect">
            <a:avLst/>
          </a:prstGeom>
          <a:noFill/>
        </p:spPr>
        <p:txBody>
          <a:bodyPr wrap="square" lIns="91440" tIns="45720" rIns="91440" bIns="45720" anchor="t">
            <a:spAutoFit/>
          </a:bodyPr>
          <a:lstStyle/>
          <a:p>
            <a:r>
              <a:rPr lang="en-US" b="1"/>
              <a:t>Attitude description:</a:t>
            </a:r>
          </a:p>
          <a:p>
            <a:r>
              <a:rPr lang="en-US"/>
              <a:t>I lead with understanding — and act with clarity, transparency and care.</a:t>
            </a:r>
          </a:p>
          <a:p>
            <a:endParaRPr lang="en-US"/>
          </a:p>
          <a:p>
            <a:r>
              <a:rPr lang="en-US" b="1"/>
              <a:t>Team </a:t>
            </a:r>
            <a:r>
              <a:rPr lang="en-US" b="1" err="1"/>
              <a:t>Behaviours</a:t>
            </a:r>
            <a:r>
              <a:rPr lang="en-US" b="1"/>
              <a:t>: </a:t>
            </a:r>
          </a:p>
          <a:p>
            <a:r>
              <a:rPr lang="en-US"/>
              <a:t>I listen to what’s said and unsaid. I share my intent before making decisions. I prioritize human connection alongside goals. I show up authentic at all times.</a:t>
            </a:r>
          </a:p>
          <a:p>
            <a:endParaRPr lang="en-US"/>
          </a:p>
          <a:p>
            <a:r>
              <a:rPr lang="en-US" b="1"/>
              <a:t>Organizational Result:</a:t>
            </a:r>
          </a:p>
          <a:p>
            <a:r>
              <a:rPr lang="en-US"/>
              <a:t>Less friction and more trust and authenticity in communication and relations. Greater psychological safety. Team members feel respected and aligned.</a:t>
            </a:r>
          </a:p>
          <a:p>
            <a:endParaRPr lang="en-US"/>
          </a:p>
          <a:p>
            <a:r>
              <a:rPr lang="sv-SE"/>
              <a:t>🧰 </a:t>
            </a:r>
            <a:r>
              <a:rPr lang="sv-SE" b="1"/>
              <a:t>Tools: </a:t>
            </a:r>
          </a:p>
          <a:p>
            <a:r>
              <a:rPr lang="en-US"/>
              <a:t> Ladder of Inference, Empathy Interviews, Intent Clarity Framework (“My intent is…”) X and Y leadership</a:t>
            </a:r>
          </a:p>
          <a:p>
            <a:endParaRPr lang="sv-SE"/>
          </a:p>
          <a:p>
            <a:endParaRPr lang="sv-SE"/>
          </a:p>
        </p:txBody>
      </p:sp>
    </p:spTree>
    <p:extLst>
      <p:ext uri="{BB962C8B-B14F-4D97-AF65-F5344CB8AC3E}">
        <p14:creationId xmlns:p14="http://schemas.microsoft.com/office/powerpoint/2010/main" val="7514944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4836D-B7E9-83C7-76B5-27EBE8A1E71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D9C5358-FB79-3792-3B38-C63FAF213C15}"/>
              </a:ext>
            </a:extLst>
          </p:cNvPr>
          <p:cNvSpPr txBox="1"/>
          <p:nvPr/>
        </p:nvSpPr>
        <p:spPr>
          <a:xfrm>
            <a:off x="1017142" y="262023"/>
            <a:ext cx="4980012" cy="369332"/>
          </a:xfrm>
          <a:prstGeom prst="rect">
            <a:avLst/>
          </a:prstGeom>
          <a:noFill/>
        </p:spPr>
        <p:txBody>
          <a:bodyPr wrap="square" rtlCol="0">
            <a:spAutoFit/>
          </a:bodyPr>
          <a:lstStyle/>
          <a:p>
            <a:r>
              <a:rPr lang="en-GB" b="1">
                <a:solidFill>
                  <a:schemeClr val="bg1"/>
                </a:solidFill>
                <a:effectLst/>
                <a:latin typeface="Scania Office Headline Bold" pitchFamily="2" charset="77"/>
              </a:rPr>
              <a:t>I Align direction via WHY &amp; WHAT</a:t>
            </a:r>
            <a:endParaRPr lang="en-SE" b="1">
              <a:solidFill>
                <a:schemeClr val="bg1"/>
              </a:solidFill>
              <a:latin typeface="Scania Office Headline Bold" pitchFamily="2" charset="77"/>
            </a:endParaRPr>
          </a:p>
        </p:txBody>
      </p:sp>
      <p:pic>
        <p:nvPicPr>
          <p:cNvPr id="3" name="Picture 2">
            <a:extLst>
              <a:ext uri="{FF2B5EF4-FFF2-40B4-BE49-F238E27FC236}">
                <a16:creationId xmlns:a16="http://schemas.microsoft.com/office/drawing/2014/main" id="{6E07A617-3691-7E35-9B18-65292E14F82E}"/>
              </a:ext>
            </a:extLst>
          </p:cNvPr>
          <p:cNvPicPr>
            <a:picLocks noChangeAspect="1"/>
          </p:cNvPicPr>
          <p:nvPr/>
        </p:nvPicPr>
        <p:blipFill>
          <a:blip r:embed="rId2"/>
          <a:srcRect/>
          <a:stretch/>
        </p:blipFill>
        <p:spPr>
          <a:xfrm>
            <a:off x="111280" y="111510"/>
            <a:ext cx="10980921" cy="761054"/>
          </a:xfrm>
          <a:prstGeom prst="rect">
            <a:avLst/>
          </a:prstGeom>
        </p:spPr>
      </p:pic>
      <p:pic>
        <p:nvPicPr>
          <p:cNvPr id="5" name="Picture 4">
            <a:hlinkClick r:id="rId3" action="ppaction://hlinksldjump"/>
            <a:extLst>
              <a:ext uri="{FF2B5EF4-FFF2-40B4-BE49-F238E27FC236}">
                <a16:creationId xmlns:a16="http://schemas.microsoft.com/office/drawing/2014/main" id="{347EE518-6321-4AC6-99CF-147376ADED2A}"/>
              </a:ext>
            </a:extLst>
          </p:cNvPr>
          <p:cNvPicPr>
            <a:picLocks noChangeAspect="1"/>
          </p:cNvPicPr>
          <p:nvPr/>
        </p:nvPicPr>
        <p:blipFill>
          <a:blip r:embed="rId4"/>
          <a:stretch>
            <a:fillRect/>
          </a:stretch>
        </p:blipFill>
        <p:spPr>
          <a:xfrm>
            <a:off x="11344753" y="110833"/>
            <a:ext cx="756593" cy="756593"/>
          </a:xfrm>
          <a:prstGeom prst="rect">
            <a:avLst/>
          </a:prstGeom>
        </p:spPr>
      </p:pic>
      <p:sp>
        <p:nvSpPr>
          <p:cNvPr id="2" name="TextBox 1">
            <a:extLst>
              <a:ext uri="{FF2B5EF4-FFF2-40B4-BE49-F238E27FC236}">
                <a16:creationId xmlns:a16="http://schemas.microsoft.com/office/drawing/2014/main" id="{99DBC1C2-9A40-6874-D98B-BAAF06B3A039}"/>
              </a:ext>
            </a:extLst>
          </p:cNvPr>
          <p:cNvSpPr txBox="1"/>
          <p:nvPr/>
        </p:nvSpPr>
        <p:spPr>
          <a:xfrm>
            <a:off x="920492" y="258296"/>
            <a:ext cx="6761196" cy="461665"/>
          </a:xfrm>
          <a:prstGeom prst="rect">
            <a:avLst/>
          </a:prstGeom>
          <a:noFill/>
        </p:spPr>
        <p:txBody>
          <a:bodyPr wrap="square" rtlCol="0">
            <a:spAutoFit/>
          </a:bodyPr>
          <a:lstStyle/>
          <a:p>
            <a:r>
              <a:rPr lang="en-GB" sz="2400" b="1">
                <a:solidFill>
                  <a:schemeClr val="bg1"/>
                </a:solidFill>
                <a:latin typeface="Scania Office Headline Bold" pitchFamily="2" charset="77"/>
              </a:rPr>
              <a:t>I Cultivate Psychological Safety</a:t>
            </a:r>
            <a:endParaRPr lang="en-SE" sz="2400" b="1">
              <a:solidFill>
                <a:schemeClr val="bg1"/>
              </a:solidFill>
              <a:latin typeface="Scania Office Headline Bold" pitchFamily="2" charset="77"/>
            </a:endParaRPr>
          </a:p>
        </p:txBody>
      </p:sp>
      <p:pic>
        <p:nvPicPr>
          <p:cNvPr id="4" name="Picture 3">
            <a:hlinkClick r:id="rId5" action="ppaction://hlinksldjump"/>
            <a:extLst>
              <a:ext uri="{FF2B5EF4-FFF2-40B4-BE49-F238E27FC236}">
                <a16:creationId xmlns:a16="http://schemas.microsoft.com/office/drawing/2014/main" id="{2418EECB-5428-020C-C619-DFB147B3B75A}"/>
              </a:ext>
            </a:extLst>
          </p:cNvPr>
          <p:cNvPicPr>
            <a:picLocks noChangeAspect="1"/>
          </p:cNvPicPr>
          <p:nvPr/>
        </p:nvPicPr>
        <p:blipFill>
          <a:blip r:embed="rId6"/>
          <a:srcRect/>
          <a:stretch/>
        </p:blipFill>
        <p:spPr>
          <a:xfrm>
            <a:off x="111280" y="110831"/>
            <a:ext cx="756594" cy="756594"/>
          </a:xfrm>
          <a:prstGeom prst="rect">
            <a:avLst/>
          </a:prstGeom>
        </p:spPr>
      </p:pic>
      <p:sp>
        <p:nvSpPr>
          <p:cNvPr id="7" name="TextBox 6">
            <a:extLst>
              <a:ext uri="{FF2B5EF4-FFF2-40B4-BE49-F238E27FC236}">
                <a16:creationId xmlns:a16="http://schemas.microsoft.com/office/drawing/2014/main" id="{A169CC02-CDC2-2FC4-9E2C-CD7DD482B7BD}"/>
              </a:ext>
            </a:extLst>
          </p:cNvPr>
          <p:cNvSpPr txBox="1"/>
          <p:nvPr/>
        </p:nvSpPr>
        <p:spPr>
          <a:xfrm>
            <a:off x="331470" y="1139643"/>
            <a:ext cx="10933638" cy="4247317"/>
          </a:xfrm>
          <a:prstGeom prst="rect">
            <a:avLst/>
          </a:prstGeom>
          <a:noFill/>
        </p:spPr>
        <p:txBody>
          <a:bodyPr wrap="square" lIns="91440" tIns="45720" rIns="91440" bIns="45720" anchor="t">
            <a:spAutoFit/>
          </a:bodyPr>
          <a:lstStyle/>
          <a:p>
            <a:r>
              <a:rPr lang="en-US" b="1"/>
              <a:t>Attitude description:</a:t>
            </a:r>
          </a:p>
          <a:p>
            <a:r>
              <a:rPr lang="en-US"/>
              <a:t>I create a safe place for teams to speak openly, to risk, and to grow.</a:t>
            </a:r>
          </a:p>
          <a:p>
            <a:endParaRPr lang="en-US" b="1"/>
          </a:p>
          <a:p>
            <a:r>
              <a:rPr lang="en-US" b="1"/>
              <a:t>Team </a:t>
            </a:r>
            <a:r>
              <a:rPr lang="en-US" b="1" err="1"/>
              <a:t>Behaviours</a:t>
            </a:r>
            <a:r>
              <a:rPr lang="en-US" b="1"/>
              <a:t>: </a:t>
            </a:r>
          </a:p>
          <a:p>
            <a:r>
              <a:rPr lang="en-US"/>
              <a:t>We invite every voice into the conversation. We celebrate curiosity, even when wrong. We praise risk-taking and effort, not just output.</a:t>
            </a:r>
          </a:p>
          <a:p>
            <a:endParaRPr lang="en-US"/>
          </a:p>
          <a:p>
            <a:r>
              <a:rPr lang="en-US" b="1"/>
              <a:t>Organizational Result:</a:t>
            </a:r>
          </a:p>
          <a:p>
            <a:r>
              <a:rPr lang="en-US"/>
              <a:t>More diverse ideas surface. Problems are addressed earlier. Team morale and collaboration improve between people, teams and cultures.</a:t>
            </a:r>
          </a:p>
          <a:p>
            <a:endParaRPr lang="en-US"/>
          </a:p>
          <a:p>
            <a:r>
              <a:rPr lang="sv-SE"/>
              <a:t>🧰 </a:t>
            </a:r>
            <a:r>
              <a:rPr lang="sv-SE" b="1"/>
              <a:t>Tools: </a:t>
            </a:r>
          </a:p>
          <a:p>
            <a:r>
              <a:rPr lang="en-US"/>
              <a:t> Psychological Safety Pulse Survey, “Red Flag Round” in dailies, Retros with “What I didn’t say” rounds</a:t>
            </a:r>
          </a:p>
          <a:p>
            <a:endParaRPr lang="sv-SE"/>
          </a:p>
          <a:p>
            <a:endParaRPr lang="sv-SE"/>
          </a:p>
        </p:txBody>
      </p:sp>
    </p:spTree>
    <p:extLst>
      <p:ext uri="{BB962C8B-B14F-4D97-AF65-F5344CB8AC3E}">
        <p14:creationId xmlns:p14="http://schemas.microsoft.com/office/powerpoint/2010/main" val="306304286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E778D-3BA9-45CF-0C17-D5CE2640996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DCDF99E-204C-E736-E299-E6D2854029BA}"/>
              </a:ext>
            </a:extLst>
          </p:cNvPr>
          <p:cNvSpPr/>
          <p:nvPr/>
        </p:nvSpPr>
        <p:spPr>
          <a:xfrm>
            <a:off x="0" y="0"/>
            <a:ext cx="1219200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399A279-93D4-F60B-05FE-AEBF9F416AF7}"/>
              </a:ext>
            </a:extLst>
          </p:cNvPr>
          <p:cNvSpPr txBox="1"/>
          <p:nvPr/>
        </p:nvSpPr>
        <p:spPr>
          <a:xfrm>
            <a:off x="1017142" y="262023"/>
            <a:ext cx="4980012" cy="369332"/>
          </a:xfrm>
          <a:prstGeom prst="rect">
            <a:avLst/>
          </a:prstGeom>
          <a:noFill/>
        </p:spPr>
        <p:txBody>
          <a:bodyPr wrap="square" rtlCol="0">
            <a:spAutoFit/>
          </a:bodyPr>
          <a:lstStyle/>
          <a:p>
            <a:r>
              <a:rPr lang="en-GB" b="1">
                <a:solidFill>
                  <a:schemeClr val="bg1"/>
                </a:solidFill>
                <a:effectLst/>
                <a:latin typeface="Scania Office Headline Bold" pitchFamily="2" charset="77"/>
              </a:rPr>
              <a:t>I Align direction via WHY &amp; WHAT</a:t>
            </a:r>
            <a:endParaRPr lang="en-SE" b="1">
              <a:solidFill>
                <a:schemeClr val="bg1"/>
              </a:solidFill>
              <a:latin typeface="Scania Office Headline Bold" pitchFamily="2" charset="77"/>
            </a:endParaRPr>
          </a:p>
        </p:txBody>
      </p:sp>
      <p:pic>
        <p:nvPicPr>
          <p:cNvPr id="3" name="Picture 2">
            <a:extLst>
              <a:ext uri="{FF2B5EF4-FFF2-40B4-BE49-F238E27FC236}">
                <a16:creationId xmlns:a16="http://schemas.microsoft.com/office/drawing/2014/main" id="{453E4791-4B8C-5D51-6873-8C56A8C25015}"/>
              </a:ext>
            </a:extLst>
          </p:cNvPr>
          <p:cNvPicPr>
            <a:picLocks noChangeAspect="1"/>
          </p:cNvPicPr>
          <p:nvPr/>
        </p:nvPicPr>
        <p:blipFill>
          <a:blip r:embed="rId2"/>
          <a:srcRect/>
          <a:stretch/>
        </p:blipFill>
        <p:spPr>
          <a:xfrm>
            <a:off x="111508" y="111510"/>
            <a:ext cx="10980921" cy="761054"/>
          </a:xfrm>
          <a:prstGeom prst="rect">
            <a:avLst/>
          </a:prstGeom>
        </p:spPr>
      </p:pic>
      <p:pic>
        <p:nvPicPr>
          <p:cNvPr id="5" name="Picture 4">
            <a:hlinkClick r:id="rId3" action="ppaction://hlinksldjump"/>
            <a:extLst>
              <a:ext uri="{FF2B5EF4-FFF2-40B4-BE49-F238E27FC236}">
                <a16:creationId xmlns:a16="http://schemas.microsoft.com/office/drawing/2014/main" id="{8E8AA5F9-177C-1387-6474-82D801AF3B17}"/>
              </a:ext>
            </a:extLst>
          </p:cNvPr>
          <p:cNvPicPr>
            <a:picLocks noChangeAspect="1"/>
          </p:cNvPicPr>
          <p:nvPr/>
        </p:nvPicPr>
        <p:blipFill>
          <a:blip r:embed="rId4"/>
          <a:stretch>
            <a:fillRect/>
          </a:stretch>
        </p:blipFill>
        <p:spPr>
          <a:xfrm>
            <a:off x="11344753" y="110833"/>
            <a:ext cx="756593" cy="756593"/>
          </a:xfrm>
          <a:prstGeom prst="rect">
            <a:avLst/>
          </a:prstGeom>
        </p:spPr>
      </p:pic>
      <p:sp>
        <p:nvSpPr>
          <p:cNvPr id="4" name="TextBox 3">
            <a:extLst>
              <a:ext uri="{FF2B5EF4-FFF2-40B4-BE49-F238E27FC236}">
                <a16:creationId xmlns:a16="http://schemas.microsoft.com/office/drawing/2014/main" id="{FE77777C-F295-9EA3-AEBD-89612770BE8D}"/>
              </a:ext>
            </a:extLst>
          </p:cNvPr>
          <p:cNvSpPr txBox="1"/>
          <p:nvPr/>
        </p:nvSpPr>
        <p:spPr>
          <a:xfrm>
            <a:off x="920492" y="258296"/>
            <a:ext cx="6761196" cy="461665"/>
          </a:xfrm>
          <a:prstGeom prst="rect">
            <a:avLst/>
          </a:prstGeom>
          <a:noFill/>
        </p:spPr>
        <p:txBody>
          <a:bodyPr wrap="square" rtlCol="0">
            <a:spAutoFit/>
          </a:bodyPr>
          <a:lstStyle/>
          <a:p>
            <a:r>
              <a:rPr lang="en-GB" sz="2400" b="1">
                <a:solidFill>
                  <a:schemeClr val="bg1"/>
                </a:solidFill>
                <a:latin typeface="Scania Office Headline Bold" pitchFamily="2" charset="77"/>
              </a:rPr>
              <a:t>I am a Cultural Ambassador</a:t>
            </a:r>
            <a:endParaRPr lang="en-SE" sz="2400" b="1">
              <a:solidFill>
                <a:schemeClr val="bg1"/>
              </a:solidFill>
              <a:latin typeface="Scania Office Headline Bold" pitchFamily="2" charset="77"/>
            </a:endParaRPr>
          </a:p>
        </p:txBody>
      </p:sp>
      <p:pic>
        <p:nvPicPr>
          <p:cNvPr id="6" name="Picture 5">
            <a:hlinkClick r:id="rId5" action="ppaction://hlinksldjump"/>
            <a:extLst>
              <a:ext uri="{FF2B5EF4-FFF2-40B4-BE49-F238E27FC236}">
                <a16:creationId xmlns:a16="http://schemas.microsoft.com/office/drawing/2014/main" id="{1E72E62A-820C-C259-368D-DF77C08D3B38}"/>
              </a:ext>
            </a:extLst>
          </p:cNvPr>
          <p:cNvPicPr>
            <a:picLocks noChangeAspect="1"/>
          </p:cNvPicPr>
          <p:nvPr/>
        </p:nvPicPr>
        <p:blipFill>
          <a:blip r:embed="rId6"/>
          <a:srcRect/>
          <a:stretch/>
        </p:blipFill>
        <p:spPr>
          <a:xfrm>
            <a:off x="111508" y="110833"/>
            <a:ext cx="756593" cy="756593"/>
          </a:xfrm>
          <a:prstGeom prst="rect">
            <a:avLst/>
          </a:prstGeom>
        </p:spPr>
      </p:pic>
      <p:sp>
        <p:nvSpPr>
          <p:cNvPr id="2" name="TextBox 1">
            <a:extLst>
              <a:ext uri="{FF2B5EF4-FFF2-40B4-BE49-F238E27FC236}">
                <a16:creationId xmlns:a16="http://schemas.microsoft.com/office/drawing/2014/main" id="{DFA2F968-1CEF-4F51-7795-583047178599}"/>
              </a:ext>
            </a:extLst>
          </p:cNvPr>
          <p:cNvSpPr txBox="1"/>
          <p:nvPr/>
        </p:nvSpPr>
        <p:spPr>
          <a:xfrm>
            <a:off x="364450" y="1124804"/>
            <a:ext cx="11265408" cy="5355312"/>
          </a:xfrm>
          <a:prstGeom prst="rect">
            <a:avLst/>
          </a:prstGeom>
          <a:noFill/>
        </p:spPr>
        <p:txBody>
          <a:bodyPr wrap="square" lIns="91440" tIns="45720" rIns="91440" bIns="45720" rtlCol="0" anchor="t">
            <a:spAutoFit/>
          </a:bodyPr>
          <a:lstStyle/>
          <a:p>
            <a:r>
              <a:rPr lang="en-US" b="1"/>
              <a:t>Attitude description:</a:t>
            </a:r>
          </a:p>
          <a:p>
            <a:r>
              <a:rPr lang="en-US"/>
              <a:t>I am curious about other cultures and build connections that foster respect, empowerment, and inclusion </a:t>
            </a:r>
          </a:p>
          <a:p>
            <a:endParaRPr lang="en-US"/>
          </a:p>
          <a:p>
            <a:r>
              <a:rPr lang="en-US" b="1"/>
              <a:t>Team </a:t>
            </a:r>
            <a:r>
              <a:rPr lang="en-US" b="1" err="1"/>
              <a:t>Behaviours</a:t>
            </a:r>
            <a:r>
              <a:rPr lang="en-US" b="1"/>
              <a:t>: </a:t>
            </a:r>
          </a:p>
          <a:p>
            <a:r>
              <a:rPr lang="en-US"/>
              <a:t>We stay open and curious to understand different perspectives. We adapt how we connect so everyone feels respected and valued. We build bridges across cultures and teams to foster inclusion and shared success.</a:t>
            </a:r>
          </a:p>
          <a:p>
            <a:endParaRPr lang="en-US"/>
          </a:p>
          <a:p>
            <a:r>
              <a:rPr lang="en-US" b="1"/>
              <a:t>Organizational Result:</a:t>
            </a:r>
          </a:p>
          <a:p>
            <a:r>
              <a:rPr lang="en-US"/>
              <a:t>Culture by Design - Our culture becomes intentional, not accidental.</a:t>
            </a:r>
          </a:p>
          <a:p>
            <a:r>
              <a:rPr lang="en-US"/>
              <a:t>People feel they belong, can contribute fully, and trust the environment.</a:t>
            </a:r>
          </a:p>
          <a:p>
            <a:r>
              <a:rPr lang="en-US"/>
              <a:t>Teams thrive across boundaries, backgrounds, and differences.</a:t>
            </a:r>
          </a:p>
          <a:p>
            <a:endParaRPr lang="en-US"/>
          </a:p>
          <a:p>
            <a:r>
              <a:rPr lang="sv-SE"/>
              <a:t>🧰 </a:t>
            </a:r>
            <a:r>
              <a:rPr lang="sv-SE" b="1"/>
              <a:t>Tools: </a:t>
            </a:r>
          </a:p>
          <a:p>
            <a:r>
              <a:rPr lang="sv-SE"/>
              <a:t>Culture </a:t>
            </a:r>
            <a:r>
              <a:rPr lang="sv-SE" err="1"/>
              <a:t>Toolbox</a:t>
            </a:r>
            <a:r>
              <a:rPr lang="sv-SE"/>
              <a:t>, Culture </a:t>
            </a:r>
            <a:r>
              <a:rPr lang="sv-SE" err="1"/>
              <a:t>Connect</a:t>
            </a:r>
            <a:r>
              <a:rPr lang="sv-SE"/>
              <a:t> Game </a:t>
            </a:r>
            <a:r>
              <a:rPr lang="sv-SE" err="1"/>
              <a:t>Cultural</a:t>
            </a:r>
            <a:r>
              <a:rPr lang="sv-SE"/>
              <a:t> Check-</a:t>
            </a:r>
            <a:r>
              <a:rPr lang="sv-SE" err="1"/>
              <a:t>ins</a:t>
            </a:r>
            <a:r>
              <a:rPr lang="sv-SE"/>
              <a:t>, </a:t>
            </a:r>
            <a:r>
              <a:rPr lang="sv-SE" err="1"/>
              <a:t>Inclusion</a:t>
            </a:r>
            <a:r>
              <a:rPr lang="sv-SE"/>
              <a:t> </a:t>
            </a:r>
            <a:r>
              <a:rPr lang="sv-SE" err="1"/>
              <a:t>Nudges</a:t>
            </a:r>
            <a:r>
              <a:rPr lang="sv-SE"/>
              <a:t>, Team </a:t>
            </a:r>
            <a:r>
              <a:rPr lang="sv-SE" err="1"/>
              <a:t>Agreements</a:t>
            </a:r>
            <a:r>
              <a:rPr lang="sv-SE"/>
              <a:t>, Retros </a:t>
            </a:r>
            <a:r>
              <a:rPr lang="sv-SE" err="1"/>
              <a:t>with</a:t>
            </a:r>
            <a:r>
              <a:rPr lang="sv-SE"/>
              <a:t> “</a:t>
            </a:r>
            <a:r>
              <a:rPr lang="sv-SE" err="1"/>
              <a:t>culture</a:t>
            </a:r>
            <a:r>
              <a:rPr lang="sv-SE"/>
              <a:t> lens,” Scania </a:t>
            </a:r>
            <a:r>
              <a:rPr lang="sv-SE" err="1"/>
              <a:t>Core</a:t>
            </a:r>
            <a:r>
              <a:rPr lang="sv-SE"/>
              <a:t> </a:t>
            </a:r>
            <a:r>
              <a:rPr lang="sv-SE" err="1"/>
              <a:t>Values</a:t>
            </a:r>
            <a:r>
              <a:rPr lang="sv-SE"/>
              <a:t> </a:t>
            </a:r>
            <a:r>
              <a:rPr lang="sv-SE" err="1"/>
              <a:t>cards</a:t>
            </a:r>
            <a:endParaRPr lang="sv-SE"/>
          </a:p>
          <a:p>
            <a:endParaRPr lang="sv-SE"/>
          </a:p>
          <a:p>
            <a:endParaRPr lang="sv-SE"/>
          </a:p>
          <a:p>
            <a:endParaRPr lang="sv-SE"/>
          </a:p>
          <a:p>
            <a:endParaRPr lang="sv-SE"/>
          </a:p>
        </p:txBody>
      </p:sp>
    </p:spTree>
    <p:extLst>
      <p:ext uri="{BB962C8B-B14F-4D97-AF65-F5344CB8AC3E}">
        <p14:creationId xmlns:p14="http://schemas.microsoft.com/office/powerpoint/2010/main" val="97334850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5A31905B8673C4A9E94D4FC78D02723" ma:contentTypeVersion="19" ma:contentTypeDescription="Create a new document." ma:contentTypeScope="" ma:versionID="34087dea4cdcdc831da0ed8388f17912">
  <xsd:schema xmlns:xsd="http://www.w3.org/2001/XMLSchema" xmlns:xs="http://www.w3.org/2001/XMLSchema" xmlns:p="http://schemas.microsoft.com/office/2006/metadata/properties" xmlns:ns2="65d438ac-cb80-40ac-ae76-4e45747ca6e0" xmlns:ns3="8e7cfc9d-cbd3-4d61-ab2e-548921025b9d" xmlns:ns4="eed12ca6-c8e7-4adf-a156-396e43ae0158" targetNamespace="http://schemas.microsoft.com/office/2006/metadata/properties" ma:root="true" ma:fieldsID="983815ef006a73ec89325693b2e734fa" ns2:_="" ns3:_="" ns4:_="">
    <xsd:import namespace="65d438ac-cb80-40ac-ae76-4e45747ca6e0"/>
    <xsd:import namespace="8e7cfc9d-cbd3-4d61-ab2e-548921025b9d"/>
    <xsd:import namespace="eed12ca6-c8e7-4adf-a156-396e43ae015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element ref="ns2:MediaServiceLocation" minOccurs="0"/>
                <xsd:element ref="ns2:TranslatedLang"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d438ac-cb80-40ac-ae76-4e45747ca6e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39b4542d-ed94-4c33-b618-c50f5b46dbc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element name="TranslatedLang" ma:index="26" nillable="true" ma:displayName="Translated Language" ma:internalName="TranslatedLang">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e7cfc9d-cbd3-4d61-ab2e-548921025b9d"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ed12ca6-c8e7-4adf-a156-396e43ae015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69ee2ab-8a8c-432f-b533-50bbcf2251e9}" ma:internalName="TaxCatchAll" ma:showField="CatchAllData" ma:web="8e7cfc9d-cbd3-4d61-ab2e-548921025b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eed12ca6-c8e7-4adf-a156-396e43ae0158" xsi:nil="true"/>
    <TranslatedLang xmlns="65d438ac-cb80-40ac-ae76-4e45747ca6e0" xsi:nil="true"/>
    <lcf76f155ced4ddcb4097134ff3c332f xmlns="65d438ac-cb80-40ac-ae76-4e45747ca6e0">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6E9214F-0567-4723-8AAD-FB6C74C50E97}">
  <ds:schemaRefs>
    <ds:schemaRef ds:uri="65d438ac-cb80-40ac-ae76-4e45747ca6e0"/>
    <ds:schemaRef ds:uri="8e7cfc9d-cbd3-4d61-ab2e-548921025b9d"/>
    <ds:schemaRef ds:uri="eed12ca6-c8e7-4adf-a156-396e43ae015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C6E0CA6-F017-401B-93FE-375E82342982}">
  <ds:schemaRefs>
    <ds:schemaRef ds:uri="65d438ac-cb80-40ac-ae76-4e45747ca6e0"/>
    <ds:schemaRef ds:uri="8e7cfc9d-cbd3-4d61-ab2e-548921025b9d"/>
    <ds:schemaRef ds:uri="eed12ca6-c8e7-4adf-a156-396e43ae015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B9A3A28-0DBF-4DBB-9586-F19BD9A99F63}">
  <ds:schemaRefs>
    <ds:schemaRef ds:uri="http://schemas.microsoft.com/sharepoint/v3/contenttype/forms"/>
  </ds:schemaRefs>
</ds:datastoreItem>
</file>

<file path=docMetadata/LabelInfo.xml><?xml version="1.0" encoding="utf-8"?>
<clbl:labelList xmlns:clbl="http://schemas.microsoft.com/office/2020/mipLabelMetadata">
  <clbl:label id="{a7f2ec83-e677-438d-afb7-4c7c0dbc872b}" enabled="1" method="Standard" siteId="{3bc062e4-ac9d-4c17-b4dd-3aad637ff1ac}"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9</Slides>
  <Notes>1</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Dumitrescu Andrei</dc:creator>
  <cp:revision>1</cp:revision>
  <dcterms:created xsi:type="dcterms:W3CDTF">2025-11-05T14:37:13Z</dcterms:created>
  <dcterms:modified xsi:type="dcterms:W3CDTF">2026-03-24T15:26:18Z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0x010100A5A31905B8673C4A9E94D4FC78D02723</vt:lpwstr>
  </property>
  <property fmtid="{D5CDD505-2E9C-101B-9397-08002B2CF9AE}" pid="3" name="MediaServiceImageTags">
    <vt:lpwstr/>
  </property>
</Properties>
</file>